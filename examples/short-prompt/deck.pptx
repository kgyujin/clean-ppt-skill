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clean-notes-notesMaster1.xml.rels-theme.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lang="ko-KR">
        <a:solidFill>
          <a:schemeClr val="tx1"/>
        </a:solidFill>
        <a:latin typeface="+mn-lt"/>
        <a:ea typeface="Pretendard"/>
        <a:cs typeface="+mn-cs"/>
      </a:defRPr>
    </a:lvl1pPr>
    <a:lvl2pPr marL="457200" algn="l" defTabSz="914400" rtl="0" eaLnBrk="1" latinLnBrk="0" hangingPunct="1">
      <a:defRPr sz="1800" kern="1200" lang="ko-KR">
        <a:solidFill>
          <a:schemeClr val="tx1"/>
        </a:solidFill>
        <a:latin typeface="+mn-lt"/>
        <a:ea typeface="Pretendard"/>
        <a:cs typeface="+mn-cs"/>
      </a:defRPr>
    </a:lvl2pPr>
    <a:lvl3pPr marL="914400" algn="l" defTabSz="914400" rtl="0" eaLnBrk="1" latinLnBrk="0" hangingPunct="1">
      <a:defRPr sz="1800" kern="1200" lang="ko-KR">
        <a:solidFill>
          <a:schemeClr val="tx1"/>
        </a:solidFill>
        <a:latin typeface="+mn-lt"/>
        <a:ea typeface="Pretendard"/>
        <a:cs typeface="+mn-cs"/>
      </a:defRPr>
    </a:lvl3pPr>
    <a:lvl4pPr marL="1371600" algn="l" defTabSz="914400" rtl="0" eaLnBrk="1" latinLnBrk="0" hangingPunct="1">
      <a:defRPr sz="1800" kern="1200" lang="ko-KR">
        <a:solidFill>
          <a:schemeClr val="tx1"/>
        </a:solidFill>
        <a:latin typeface="+mn-lt"/>
        <a:ea typeface="Pretendard"/>
        <a:cs typeface="+mn-cs"/>
      </a:defRPr>
    </a:lvl4pPr>
    <a:lvl5pPr marL="1828800" algn="l" defTabSz="914400" rtl="0" eaLnBrk="1" latinLnBrk="0" hangingPunct="1">
      <a:defRPr sz="1800" kern="1200" lang="ko-KR">
        <a:solidFill>
          <a:schemeClr val="tx1"/>
        </a:solidFill>
        <a:latin typeface="+mn-lt"/>
        <a:ea typeface="Pretendard"/>
        <a:cs typeface="+mn-cs"/>
      </a:defRPr>
    </a:lvl5pPr>
    <a:lvl6pPr marL="2286000" algn="l" defTabSz="914400" rtl="0" eaLnBrk="1" latinLnBrk="0" hangingPunct="1">
      <a:defRPr sz="1800" kern="1200" lang="ko-KR">
        <a:solidFill>
          <a:schemeClr val="tx1"/>
        </a:solidFill>
        <a:latin typeface="+mn-lt"/>
        <a:ea typeface="Pretendard"/>
        <a:cs typeface="+mn-cs"/>
      </a:defRPr>
    </a:lvl6pPr>
    <a:lvl7pPr marL="2743200" algn="l" defTabSz="914400" rtl="0" eaLnBrk="1" latinLnBrk="0" hangingPunct="1">
      <a:defRPr sz="1800" kern="1200" lang="ko-KR">
        <a:solidFill>
          <a:schemeClr val="tx1"/>
        </a:solidFill>
        <a:latin typeface="+mn-lt"/>
        <a:ea typeface="Pretendard"/>
        <a:cs typeface="+mn-cs"/>
      </a:defRPr>
    </a:lvl7pPr>
    <a:lvl8pPr marL="3200400" algn="l" defTabSz="914400" rtl="0" eaLnBrk="1" latinLnBrk="0" hangingPunct="1">
      <a:defRPr sz="1800" kern="1200" lang="ko-KR">
        <a:solidFill>
          <a:schemeClr val="tx1"/>
        </a:solidFill>
        <a:latin typeface="+mn-lt"/>
        <a:ea typeface="Pretendard"/>
        <a:cs typeface="+mn-cs"/>
      </a:defRPr>
    </a:lvl8pPr>
    <a:lvl9pPr marL="3657600" algn="l" defTabSz="914400" rtl="0" eaLnBrk="1" latinLnBrk="0" hangingPunct="1">
      <a:defRPr sz="1800" kern="1200" lang="ko-KR">
        <a:solidFill>
          <a:schemeClr val="tx1"/>
        </a:solidFill>
        <a:latin typeface="+mn-lt"/>
        <a:ea typeface="Pretendard"/>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Relationships xmlns="http://schemas.openxmlformats.org/package/2006/relationships">
		<Relationship Id="rId1" Type="http://schemas.openxmlformats.org/officeDocument/2006/relationships/theme" Target="../theme/clean-notes-notesMaster1.xml.rels-theme.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lang="ko-KR">
                <a:ea typeface="Pretendard"/>
              </a:defRPr>
            </a:lvl1pPr>
          </a:lstStyle>
          <a:p>
            <a:endParaRPr lang="ko-KR">
              <a:ea typeface="Pretendard"/>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lang="ko-KR">
                <a:ea typeface="Pretendard"/>
              </a:defRPr>
            </a:lvl1pPr>
          </a:lstStyle>
          <a:p>
            <a:fld id="{5282F153-3F37-0F45-9E97-73ACFA13230C}" type="datetimeFigureOut">
              <a:rPr lang="ko-KR">
                <a:ea typeface="Pretendard"/>
              </a:rPr>
              <a:t>7/23/19</a:t>
            </a:fld>
            <a:endParaRPr lang="ko-KR">
              <a:ea typeface="Pretendar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ea typeface="Pretendard"/>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ea typeface="Pretendard"/>
              </a:rPr>
              <a:t>Click to edit Master text styles</a:t>
            </a:r>
          </a:p>
          <a:p>
            <a:pPr lvl="1"/>
            <a:r>
              <a:rPr lang="ko-KR">
                <a:ea typeface="Pretendard"/>
              </a:rPr>
              <a:t>Second level</a:t>
            </a:r>
          </a:p>
          <a:p>
            <a:pPr lvl="2"/>
            <a:r>
              <a:rPr lang="ko-KR">
                <a:ea typeface="Pretendard"/>
              </a:rPr>
              <a:t>Third level</a:t>
            </a:r>
          </a:p>
          <a:p>
            <a:pPr lvl="3"/>
            <a:r>
              <a:rPr lang="ko-KR">
                <a:ea typeface="Pretendard"/>
              </a:rPr>
              <a:t>Fourth level</a:t>
            </a:r>
          </a:p>
          <a:p>
            <a:pPr lvl="4"/>
            <a:r>
              <a:rPr lang="ko-KR">
                <a:ea typeface="Pretendard"/>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lang="ko-KR">
                <a:ea typeface="Pretendard"/>
              </a:defRPr>
            </a:lvl1pPr>
          </a:lstStyle>
          <a:p>
            <a:endParaRPr lang="ko-KR">
              <a:ea typeface="Pretendard"/>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lang="ko-KR">
                <a:ea typeface="Pretendard"/>
              </a:defRPr>
            </a:lvl1pPr>
          </a:lstStyle>
          <a:p>
            <a:fld id="{CE5E9CC1-C706-0F49-92D6-E571CC5EEA8F}" type="slidenum">
              <a:rPr lang="ko-KR">
                <a:ea typeface="Pretendard"/>
              </a:rPr>
              <a:t>‹#›</a:t>
            </a:fld>
            <a:endParaRPr lang="ko-KR">
              <a:ea typeface="Pretendard"/>
            </a:endParaRPr>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chemeClr val="tx1"/>
        </a:solidFill>
        <a:latin typeface="+mn-lt"/>
        <a:ea typeface="Pretendard"/>
        <a:cs typeface="+mn-cs"/>
      </a:defRPr>
    </a:lvl1pPr>
    <a:lvl2pPr marL="457200" algn="l" defTabSz="914400" rtl="0" eaLnBrk="1" latinLnBrk="0" hangingPunct="1">
      <a:defRPr sz="1200" kern="1200" lang="ko-KR">
        <a:solidFill>
          <a:schemeClr val="tx1"/>
        </a:solidFill>
        <a:latin typeface="+mn-lt"/>
        <a:ea typeface="Pretendard"/>
        <a:cs typeface="+mn-cs"/>
      </a:defRPr>
    </a:lvl2pPr>
    <a:lvl3pPr marL="914400" algn="l" defTabSz="914400" rtl="0" eaLnBrk="1" latinLnBrk="0" hangingPunct="1">
      <a:defRPr sz="1200" kern="1200" lang="ko-KR">
        <a:solidFill>
          <a:schemeClr val="tx1"/>
        </a:solidFill>
        <a:latin typeface="+mn-lt"/>
        <a:ea typeface="Pretendard"/>
        <a:cs typeface="+mn-cs"/>
      </a:defRPr>
    </a:lvl3pPr>
    <a:lvl4pPr marL="1371600" algn="l" defTabSz="914400" rtl="0" eaLnBrk="1" latinLnBrk="0" hangingPunct="1">
      <a:defRPr sz="1200" kern="1200" lang="ko-KR">
        <a:solidFill>
          <a:schemeClr val="tx1"/>
        </a:solidFill>
        <a:latin typeface="+mn-lt"/>
        <a:ea typeface="Pretendard"/>
        <a:cs typeface="+mn-cs"/>
      </a:defRPr>
    </a:lvl4pPr>
    <a:lvl5pPr marL="1828800" algn="l" defTabSz="914400" rtl="0" eaLnBrk="1" latinLnBrk="0" hangingPunct="1">
      <a:defRPr sz="1200" kern="1200" lang="ko-KR">
        <a:solidFill>
          <a:schemeClr val="tx1"/>
        </a:solidFill>
        <a:latin typeface="+mn-lt"/>
        <a:ea typeface="Pretendard"/>
        <a:cs typeface="+mn-cs"/>
      </a:defRPr>
    </a:lvl5pPr>
    <a:lvl6pPr marL="2286000" algn="l" defTabSz="914400" rtl="0" eaLnBrk="1" latinLnBrk="0" hangingPunct="1">
      <a:defRPr sz="1200" kern="1200" lang="ko-KR">
        <a:solidFill>
          <a:schemeClr val="tx1"/>
        </a:solidFill>
        <a:latin typeface="+mn-lt"/>
        <a:ea typeface="Pretendard"/>
        <a:cs typeface="+mn-cs"/>
      </a:defRPr>
    </a:lvl6pPr>
    <a:lvl7pPr marL="2743200" algn="l" defTabSz="914400" rtl="0" eaLnBrk="1" latinLnBrk="0" hangingPunct="1">
      <a:defRPr sz="1200" kern="1200" lang="ko-KR">
        <a:solidFill>
          <a:schemeClr val="tx1"/>
        </a:solidFill>
        <a:latin typeface="+mn-lt"/>
        <a:ea typeface="Pretendard"/>
        <a:cs typeface="+mn-cs"/>
      </a:defRPr>
    </a:lvl7pPr>
    <a:lvl8pPr marL="3200400" algn="l" defTabSz="914400" rtl="0" eaLnBrk="1" latinLnBrk="0" hangingPunct="1">
      <a:defRPr sz="1200" kern="1200" lang="ko-KR">
        <a:solidFill>
          <a:schemeClr val="tx1"/>
        </a:solidFill>
        <a:latin typeface="+mn-lt"/>
        <a:ea typeface="Pretendard"/>
        <a:cs typeface="+mn-cs"/>
      </a:defRPr>
    </a:lvl8pPr>
    <a:lvl9pPr marL="3657600" algn="l" defTabSz="914400" rtl="0" eaLnBrk="1" latinLnBrk="0" hangingPunct="1">
      <a:defRPr sz="1200" kern="1200" lang="ko-KR">
        <a:solidFill>
          <a:schemeClr val="tx1"/>
        </a:solidFill>
        <a:latin typeface="+mn-lt"/>
        <a:ea typeface="Pretendard"/>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ea typeface="Pretendard"/>
              </a:rPr>
              <a:t>약 1분 15초. 이번 회고에서 다룰 문제는 회의록 작성이 중복된다는 점입니다. 개선 방향으로 공유 양식을 제안하고 있습니다. 아직 실행하지 않았기 때문에 작성 시간이 줄었다거나 중복이 해소됐다고 말할 수는 없습니다. 먼저 현재 문제와 제안을 구분해서 설명하겠습니다. 중복이 발생한 구체적인 이유는 제공된 자료에 없어 단정하지 않습니다.</a:t>
            </a:r>
            <a:endParaRPr lang="ko-KR" dirty="0">
              <a:ea typeface="Pretendard"/>
            </a:endParaRPr>
          </a:p>
        </p:txBody>
      </p:sp>
      <p:sp>
        <p:nvSpPr>
          <p:cNvPr id="4" name="Slide Number Placeholder 3"/>
          <p:cNvSpPr>
            <a:spLocks noGrp="1"/>
          </p:cNvSpPr>
          <p:nvPr>
            <p:ph type="sldNum" sz="quarter" idx="10"/>
          </p:nvPr>
        </p:nvSpPr>
        <p:spPr/>
        <p:txBody>
          <a:bodyPr/>
          <a:lstStyle/>
          <a:p>
            <a:fld id="{F7021451-1387-4CA6-816F-3879F97B5CBC}" type="slidenum">
              <a:rPr lang="ko-KR">
                <a:ea typeface="Pretendard"/>
              </a:rPr>
              <a:t>1</a:t>
            </a:fld>
            <a:endParaRPr lang="ko-KR">
              <a:ea typeface="Pretendard"/>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ea typeface="Pretendard"/>
              </a:rPr>
              <a:t>약 2분. 왼쪽은 현재 확인한 문제이고 오른쪽은 제안입니다. 지금 확인한 사실은 회의록 작성의 중복입니다. 이를 바꾸기 위해 공유 양식을 사용하자는 의견을 제안합니다. 공유 양식의 구체적인 항목이나 운영 방식은 아직 자료에 정해져 있지 않습니다. 따라서 이 화면의 오른쪽은 개선 완료 상태가 아닙니다. 양식을 사용하는 것만으로 문제가 해결될지도 아직 알 수 없습니다. 발표에서는 제안 취지까지 설명하고, 구체적인 사용 방법은 다음 화면의 논의 사항으로 넘깁니다. 필요하다면 팀이 생각하는 중복 작성 사례를 듣되, 자료에 없는 사례를 이미 있었던 일처럼 말하지 않습니다.</a:t>
            </a:r>
            <a:endParaRPr lang="ko-KR" dirty="0">
              <a:ea typeface="Pretendard"/>
            </a:endParaRPr>
          </a:p>
        </p:txBody>
      </p:sp>
      <p:sp>
        <p:nvSpPr>
          <p:cNvPr id="4" name="Slide Number Placeholder 3"/>
          <p:cNvSpPr>
            <a:spLocks noGrp="1"/>
          </p:cNvSpPr>
          <p:nvPr>
            <p:ph type="sldNum" sz="quarter" idx="10"/>
          </p:nvPr>
        </p:nvSpPr>
        <p:spPr/>
        <p:txBody>
          <a:bodyPr/>
          <a:lstStyle/>
          <a:p>
            <a:fld id="{F7021451-1387-4CA6-816F-3879F97B5CBC}" type="slidenum">
              <a:rPr lang="ko-KR">
                <a:ea typeface="Pretendard"/>
              </a:rPr>
              <a:t>2</a:t>
            </a:fld>
            <a:endParaRPr lang="ko-KR">
              <a:ea typeface="Pretendard"/>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ea typeface="Pretendard"/>
              </a:rPr>
              <a:t>약 1분 45초. 이 세 항목은 확정된 실행 계획이 아니라 발표를 마무리하며 제안할 논의 사항입니다. 먼저 공유 양식에 무엇을 기록할지 정해야 합니다. 다음으로 그 양식을 어떻게 함께 사용할지 이야기해야 합니다. 마지막으로 적용 후 중복 작성이 실제로 줄었는지 어떻게 확인할지 논의하면 좋겠습니다. 현재 자료에는 담당자나 일정, 측정 결과가 없습니다. 오늘 발표의 결론은 개선 효과가 검증됐다는 것이 아니라 공유 양식 제안을 구체화할 필요가 있다는 점입니다. 남은 시간은 이 논의 항목에 대한 의견을 듣는 데 사용할 수 있습니다.</a:t>
            </a:r>
            <a:endParaRPr lang="ko-KR" dirty="0">
              <a:ea typeface="Pretendard"/>
            </a:endParaRPr>
          </a:p>
        </p:txBody>
      </p:sp>
      <p:sp>
        <p:nvSpPr>
          <p:cNvPr id="4" name="Slide Number Placeholder 3"/>
          <p:cNvSpPr>
            <a:spLocks noGrp="1"/>
          </p:cNvSpPr>
          <p:nvPr>
            <p:ph type="sldNum" sz="quarter" idx="10"/>
          </p:nvPr>
        </p:nvSpPr>
        <p:spPr/>
        <p:txBody>
          <a:bodyPr/>
          <a:lstStyle/>
          <a:p>
            <a:fld id="{F7021451-1387-4CA6-816F-3879F97B5CBC}" type="slidenum">
              <a:rPr lang="ko-KR">
                <a:ea typeface="Pretendard"/>
              </a:rPr>
              <a:t>3</a:t>
            </a:fld>
            <a:endParaRPr lang="ko-KR">
              <a:ea typeface="Pretendard"/>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lang="ko-KR">
          <a:solidFill>
            <a:schemeClr val="tx1"/>
          </a:solidFill>
          <a:latin typeface="+mj-lt"/>
          <a:ea typeface="Pretendard"/>
          <a:cs typeface="+mj-cs"/>
        </a:defRPr>
      </a:lvl1pPr>
    </p:titleStyle>
    <p:bodyStyle>
      <a:lvl1pPr marL="342900" indent="-342900" algn="l" defTabSz="914400" rtl="0" eaLnBrk="1" latinLnBrk="0" hangingPunct="1">
        <a:spcBef>
          <a:spcPct val="20000"/>
        </a:spcBef>
        <a:buFont typeface="Arial" pitchFamily="34" charset="0"/>
        <a:buChar char="•"/>
        <a:defRPr sz="3200" kern="1200" lang="ko-KR">
          <a:solidFill>
            <a:schemeClr val="tx1"/>
          </a:solidFill>
          <a:latin typeface="+mn-lt"/>
          <a:ea typeface="Pretendard"/>
          <a:cs typeface="+mn-cs"/>
        </a:defRPr>
      </a:lvl1pPr>
      <a:lvl2pPr marL="742950" indent="-285750" algn="l" defTabSz="914400" rtl="0" eaLnBrk="1" latinLnBrk="0" hangingPunct="1">
        <a:spcBef>
          <a:spcPct val="20000"/>
        </a:spcBef>
        <a:buFont typeface="Arial" pitchFamily="34" charset="0"/>
        <a:buChar char="–"/>
        <a:defRPr sz="2800" kern="1200" lang="ko-KR">
          <a:solidFill>
            <a:schemeClr val="tx1"/>
          </a:solidFill>
          <a:latin typeface="+mn-lt"/>
          <a:ea typeface="Pretendard"/>
          <a:cs typeface="+mn-cs"/>
        </a:defRPr>
      </a:lvl2pPr>
      <a:lvl3pPr marL="1143000" indent="-228600" algn="l" defTabSz="914400" rtl="0" eaLnBrk="1" latinLnBrk="0" hangingPunct="1">
        <a:spcBef>
          <a:spcPct val="20000"/>
        </a:spcBef>
        <a:buFont typeface="Arial" pitchFamily="34" charset="0"/>
        <a:buChar char="•"/>
        <a:defRPr sz="2400" kern="1200" lang="ko-KR">
          <a:solidFill>
            <a:schemeClr val="tx1"/>
          </a:solidFill>
          <a:latin typeface="+mn-lt"/>
          <a:ea typeface="Pretendard"/>
          <a:cs typeface="+mn-cs"/>
        </a:defRPr>
      </a:lvl3pPr>
      <a:lvl4pPr marL="1600200" indent="-228600" algn="l" defTabSz="914400" rtl="0" eaLnBrk="1" latinLnBrk="0" hangingPunct="1">
        <a:spcBef>
          <a:spcPct val="20000"/>
        </a:spcBef>
        <a:buFont typeface="Arial" pitchFamily="34" charset="0"/>
        <a:buChar char="–"/>
        <a:defRPr sz="2000" kern="1200" lang="ko-KR">
          <a:solidFill>
            <a:schemeClr val="tx1"/>
          </a:solidFill>
          <a:latin typeface="+mn-lt"/>
          <a:ea typeface="Pretendard"/>
          <a:cs typeface="+mn-cs"/>
        </a:defRPr>
      </a:lvl4pPr>
      <a:lvl5pPr marL="2057400" indent="-228600" algn="l" defTabSz="914400" rtl="0" eaLnBrk="1" latinLnBrk="0" hangingPunct="1">
        <a:spcBef>
          <a:spcPct val="20000"/>
        </a:spcBef>
        <a:buFont typeface="Arial" pitchFamily="34" charset="0"/>
        <a:buChar char="»"/>
        <a:defRPr sz="2000" kern="1200" lang="ko-KR">
          <a:solidFill>
            <a:schemeClr val="tx1"/>
          </a:solidFill>
          <a:latin typeface="+mn-lt"/>
          <a:ea typeface="Pretendard"/>
          <a:cs typeface="+mn-cs"/>
        </a:defRPr>
      </a:lvl5pPr>
      <a:lvl6pPr marL="2514600" indent="-228600" algn="l" defTabSz="914400" rtl="0" eaLnBrk="1" latinLnBrk="0" hangingPunct="1">
        <a:spcBef>
          <a:spcPct val="20000"/>
        </a:spcBef>
        <a:buFont typeface="Arial" pitchFamily="34" charset="0"/>
        <a:buChar char="•"/>
        <a:defRPr sz="2000" kern="1200" lang="ko-KR">
          <a:solidFill>
            <a:schemeClr val="tx1"/>
          </a:solidFill>
          <a:latin typeface="+mn-lt"/>
          <a:ea typeface="Pretendard"/>
          <a:cs typeface="+mn-cs"/>
        </a:defRPr>
      </a:lvl6pPr>
      <a:lvl7pPr marL="2971800" indent="-228600" algn="l" defTabSz="914400" rtl="0" eaLnBrk="1" latinLnBrk="0" hangingPunct="1">
        <a:spcBef>
          <a:spcPct val="20000"/>
        </a:spcBef>
        <a:buFont typeface="Arial" pitchFamily="34" charset="0"/>
        <a:buChar char="•"/>
        <a:defRPr sz="2000" kern="1200" lang="ko-KR">
          <a:solidFill>
            <a:schemeClr val="tx1"/>
          </a:solidFill>
          <a:latin typeface="+mn-lt"/>
          <a:ea typeface="Pretendard"/>
          <a:cs typeface="+mn-cs"/>
        </a:defRPr>
      </a:lvl7pPr>
      <a:lvl8pPr marL="3429000" indent="-228600" algn="l" defTabSz="914400" rtl="0" eaLnBrk="1" latinLnBrk="0" hangingPunct="1">
        <a:spcBef>
          <a:spcPct val="20000"/>
        </a:spcBef>
        <a:buFont typeface="Arial" pitchFamily="34" charset="0"/>
        <a:buChar char="•"/>
        <a:defRPr sz="2000" kern="1200" lang="ko-KR">
          <a:solidFill>
            <a:schemeClr val="tx1"/>
          </a:solidFill>
          <a:latin typeface="+mn-lt"/>
          <a:ea typeface="Pretendard"/>
          <a:cs typeface="+mn-cs"/>
        </a:defRPr>
      </a:lvl8pPr>
      <a:lvl9pPr marL="3886200" indent="-228600" algn="l" defTabSz="914400" rtl="0" eaLnBrk="1" latinLnBrk="0" hangingPunct="1">
        <a:spcBef>
          <a:spcPct val="20000"/>
        </a:spcBef>
        <a:buFont typeface="Arial" pitchFamily="34" charset="0"/>
        <a:buChar char="•"/>
        <a:defRPr sz="2000" kern="1200" lang="ko-KR">
          <a:solidFill>
            <a:schemeClr val="tx1"/>
          </a:solidFill>
          <a:latin typeface="+mn-lt"/>
          <a:ea typeface="Pretendard"/>
          <a:cs typeface="+mn-cs"/>
        </a:defRPr>
      </a:lvl9pPr>
    </p:bodyStyle>
    <p:otherStyle>
      <a:defPPr>
        <a:defRPr lang="ko-KR">
          <a:ea typeface="Pretendard"/>
        </a:defRPr>
      </a:defPPr>
      <a:lvl1pPr marL="0" algn="l" defTabSz="914400" rtl="0" eaLnBrk="1" latinLnBrk="0" hangingPunct="1">
        <a:defRPr sz="1800" kern="1200" lang="ko-KR">
          <a:solidFill>
            <a:schemeClr val="tx1"/>
          </a:solidFill>
          <a:latin typeface="+mn-lt"/>
          <a:ea typeface="Pretendard"/>
          <a:cs typeface="+mn-cs"/>
        </a:defRPr>
      </a:lvl1pPr>
      <a:lvl2pPr marL="457200" algn="l" defTabSz="914400" rtl="0" eaLnBrk="1" latinLnBrk="0" hangingPunct="1">
        <a:defRPr sz="1800" kern="1200" lang="ko-KR">
          <a:solidFill>
            <a:schemeClr val="tx1"/>
          </a:solidFill>
          <a:latin typeface="+mn-lt"/>
          <a:ea typeface="Pretendard"/>
          <a:cs typeface="+mn-cs"/>
        </a:defRPr>
      </a:lvl2pPr>
      <a:lvl3pPr marL="914400" algn="l" defTabSz="914400" rtl="0" eaLnBrk="1" latinLnBrk="0" hangingPunct="1">
        <a:defRPr sz="1800" kern="1200" lang="ko-KR">
          <a:solidFill>
            <a:schemeClr val="tx1"/>
          </a:solidFill>
          <a:latin typeface="+mn-lt"/>
          <a:ea typeface="Pretendard"/>
          <a:cs typeface="+mn-cs"/>
        </a:defRPr>
      </a:lvl3pPr>
      <a:lvl4pPr marL="1371600" algn="l" defTabSz="914400" rtl="0" eaLnBrk="1" latinLnBrk="0" hangingPunct="1">
        <a:defRPr sz="1800" kern="1200" lang="ko-KR">
          <a:solidFill>
            <a:schemeClr val="tx1"/>
          </a:solidFill>
          <a:latin typeface="+mn-lt"/>
          <a:ea typeface="Pretendard"/>
          <a:cs typeface="+mn-cs"/>
        </a:defRPr>
      </a:lvl4pPr>
      <a:lvl5pPr marL="1828800" algn="l" defTabSz="914400" rtl="0" eaLnBrk="1" latinLnBrk="0" hangingPunct="1">
        <a:defRPr sz="1800" kern="1200" lang="ko-KR">
          <a:solidFill>
            <a:schemeClr val="tx1"/>
          </a:solidFill>
          <a:latin typeface="+mn-lt"/>
          <a:ea typeface="Pretendard"/>
          <a:cs typeface="+mn-cs"/>
        </a:defRPr>
      </a:lvl5pPr>
      <a:lvl6pPr marL="2286000" algn="l" defTabSz="914400" rtl="0" eaLnBrk="1" latinLnBrk="0" hangingPunct="1">
        <a:defRPr sz="1800" kern="1200" lang="ko-KR">
          <a:solidFill>
            <a:schemeClr val="tx1"/>
          </a:solidFill>
          <a:latin typeface="+mn-lt"/>
          <a:ea typeface="Pretendard"/>
          <a:cs typeface="+mn-cs"/>
        </a:defRPr>
      </a:lvl6pPr>
      <a:lvl7pPr marL="2743200" algn="l" defTabSz="914400" rtl="0" eaLnBrk="1" latinLnBrk="0" hangingPunct="1">
        <a:defRPr sz="1800" kern="1200" lang="ko-KR">
          <a:solidFill>
            <a:schemeClr val="tx1"/>
          </a:solidFill>
          <a:latin typeface="+mn-lt"/>
          <a:ea typeface="Pretendard"/>
          <a:cs typeface="+mn-cs"/>
        </a:defRPr>
      </a:lvl7pPr>
      <a:lvl8pPr marL="3200400" algn="l" defTabSz="914400" rtl="0" eaLnBrk="1" latinLnBrk="0" hangingPunct="1">
        <a:defRPr sz="1800" kern="1200" lang="ko-KR">
          <a:solidFill>
            <a:schemeClr val="tx1"/>
          </a:solidFill>
          <a:latin typeface="+mn-lt"/>
          <a:ea typeface="Pretendard"/>
          <a:cs typeface="+mn-cs"/>
        </a:defRPr>
      </a:lvl8pPr>
      <a:lvl9pPr marL="3657600" algn="l" defTabSz="914400" rtl="0" eaLnBrk="1" latinLnBrk="0" hangingPunct="1">
        <a:defRPr sz="1800" kern="1200" lang="ko-KR">
          <a:solidFill>
            <a:schemeClr val="tx1"/>
          </a:solidFill>
          <a:latin typeface="+mn-lt"/>
          <a:ea typeface="Pretendard"/>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1EA"/>
          </a:solidFill>
          <a:ln w="12700">
            <a:solidFill>
              <a:srgbClr val="F5F1EA"/>
            </a:solidFill>
            <a:prstDash val="solid"/>
          </a:ln>
        </p:spPr>
      </p:sp>
      <p:sp>
        <p:nvSpPr>
          <p:cNvPr id="3" name="Text 1"/>
          <p:cNvSpPr txBox="1"/>
          <p:nvPr/>
        </p:nvSpPr>
        <p:spPr>
          <a:xfrm>
            <a:off x="609600" y="285750"/>
            <a:ext cx="8572500" cy="266700"/>
          </a:xfrm>
          <a:prstGeom prst="rect">
            <a:avLst/>
          </a:prstGeom>
          <a:noFill/>
          <a:ln/>
        </p:spPr>
        <p:txBody>
          <a:bodyPr wrap="square" lIns="0" tIns="0" rIns="0" bIns="0" rtlCol="0" anchor="t"/>
          <a:lstStyle/>
          <a:p>
            <a:pPr algn="l" indent="0" marL="0">
              <a:buNone/>
            </a:pPr>
            <a:r>
              <a:rPr lang="ko-KR" sz="1200" b="1" dirty="0">
                <a:solidFill>
                  <a:srgbClr val="79533C"/>
                </a:solidFill>
                <a:latin typeface="Pretendard" pitchFamily="34" charset="0"/>
                <a:ea typeface="Pretendard" pitchFamily="34" charset="-122"/>
                <a:cs typeface="Pretendard" pitchFamily="34" charset="-120"/>
              </a:rPr>
              <a:t>팀 회고  /  회의록 작성</a:t>
            </a:r>
            <a:endParaRPr lang="ko-KR" sz="1200" dirty="0">
              <a:ea typeface="Pretendard"/>
            </a:endParaRPr>
          </a:p>
        </p:txBody>
      </p:sp>
      <p:sp>
        <p:nvSpPr>
          <p:cNvPr id="4" name="Text 2"/>
          <p:cNvSpPr txBox="1"/>
          <p:nvPr/>
        </p:nvSpPr>
        <p:spPr>
          <a:xfrm>
            <a:off x="609600" y="762000"/>
            <a:ext cx="10972800" cy="628650"/>
          </a:xfrm>
          <a:prstGeom prst="rect">
            <a:avLst/>
          </a:prstGeom>
          <a:noFill/>
          <a:ln/>
        </p:spPr>
        <p:txBody>
          <a:bodyPr wrap="square" lIns="0" tIns="0" rIns="0" bIns="0" rtlCol="0" anchor="t"/>
          <a:lstStyle/>
          <a:p>
            <a:pPr algn="l" indent="0" marL="0">
              <a:buNone/>
            </a:pPr>
            <a:r>
              <a:rPr lang="ko-KR" sz="3300" b="1" dirty="0">
                <a:solidFill>
                  <a:srgbClr val="202C3B"/>
                </a:solidFill>
                <a:latin typeface="Pretendard" pitchFamily="34" charset="0"/>
                <a:ea typeface="Pretendard" pitchFamily="34" charset="-122"/>
                <a:cs typeface="Pretendard" pitchFamily="34" charset="-120"/>
              </a:rPr>
              <a:t>회의록 작성 방식 회고</a:t>
            </a:r>
            <a:endParaRPr lang="ko-KR" sz="3300" dirty="0">
              <a:ea typeface="Pretendard"/>
            </a:endParaRPr>
          </a:p>
        </p:txBody>
      </p:sp>
      <p:sp>
        <p:nvSpPr>
          <p:cNvPr id="5" name="Text 3"/>
          <p:cNvSpPr txBox="1"/>
          <p:nvPr/>
        </p:nvSpPr>
        <p:spPr>
          <a:xfrm>
            <a:off x="609600" y="1543050"/>
            <a:ext cx="10972800" cy="533400"/>
          </a:xfrm>
          <a:prstGeom prst="rect">
            <a:avLst/>
          </a:prstGeom>
          <a:noFill/>
          <a:ln/>
        </p:spPr>
        <p:txBody>
          <a:bodyPr wrap="square" lIns="0" tIns="0" rIns="0" bIns="0" rtlCol="0" anchor="t"/>
          <a:lstStyle/>
          <a:p>
            <a:pPr algn="l" indent="0" marL="0">
              <a:buNone/>
            </a:pPr>
            <a:r>
              <a:rPr lang="ko-KR" sz="1725" dirty="0">
                <a:solidFill>
                  <a:srgbClr val="536172"/>
                </a:solidFill>
                <a:latin typeface="Pretendard" pitchFamily="34" charset="0"/>
                <a:ea typeface="Pretendard" pitchFamily="34" charset="-122"/>
                <a:cs typeface="Pretendard" pitchFamily="34" charset="-120"/>
              </a:rPr>
              <a:t>중복 작성 문제와 공유 양식 제안을 함께 살펴봅니다.</a:t>
            </a:r>
            <a:endParaRPr lang="ko-KR" sz="1725" dirty="0">
              <a:ea typeface="Pretendard"/>
            </a:endParaRPr>
          </a:p>
        </p:txBody>
      </p:sp>
      <p:sp>
        <p:nvSpPr>
          <p:cNvPr id="6" name="Shape 4"/>
          <p:cNvSpPr/>
          <p:nvPr/>
        </p:nvSpPr>
        <p:spPr>
          <a:xfrm>
            <a:off x="609600" y="6305550"/>
            <a:ext cx="10972800" cy="0"/>
          </a:xfrm>
          <a:prstGeom prst="line">
            <a:avLst/>
          </a:prstGeom>
          <a:noFill/>
          <a:ln w="19050">
            <a:solidFill>
              <a:srgbClr val="CFC4B6"/>
            </a:solidFill>
            <a:prstDash val="solid"/>
          </a:ln>
        </p:spPr>
      </p:sp>
      <p:sp>
        <p:nvSpPr>
          <p:cNvPr id="7" name="Text 5"/>
          <p:cNvSpPr txBox="1"/>
          <p:nvPr/>
        </p:nvSpPr>
        <p:spPr>
          <a:xfrm>
            <a:off x="609600" y="6486525"/>
            <a:ext cx="8572500" cy="200025"/>
          </a:xfrm>
          <a:prstGeom prst="rect">
            <a:avLst/>
          </a:prstGeom>
          <a:noFill/>
          <a:ln/>
        </p:spPr>
        <p:txBody>
          <a:bodyPr wrap="square" lIns="0" tIns="0" rIns="0" bIns="0" rtlCol="0" anchor="t"/>
          <a:lstStyle/>
          <a:p>
            <a:pPr algn="l" indent="0" marL="0">
              <a:buNone/>
            </a:pPr>
            <a:r>
              <a:rPr lang="ko-KR" sz="975" dirty="0">
                <a:solidFill>
                  <a:srgbClr val="536172"/>
                </a:solidFill>
                <a:latin typeface="Pretendard" pitchFamily="34" charset="0"/>
                <a:ea typeface="Pretendard" pitchFamily="34" charset="-122"/>
                <a:cs typeface="Pretendard" pitchFamily="34" charset="-120"/>
              </a:rPr>
              <a:t>공유 양식 제안  /  실행 전</a:t>
            </a:r>
            <a:endParaRPr lang="ko-KR" sz="975" dirty="0">
              <a:ea typeface="Pretendard"/>
            </a:endParaRPr>
          </a:p>
        </p:txBody>
      </p:sp>
      <p:sp>
        <p:nvSpPr>
          <p:cNvPr id="8" name="Text 6"/>
          <p:cNvSpPr txBox="1"/>
          <p:nvPr/>
        </p:nvSpPr>
        <p:spPr>
          <a:xfrm>
            <a:off x="10858500" y="6477000"/>
            <a:ext cx="723900" cy="228600"/>
          </a:xfrm>
          <a:prstGeom prst="rect">
            <a:avLst/>
          </a:prstGeom>
          <a:noFill/>
          <a:ln/>
        </p:spPr>
        <p:txBody>
          <a:bodyPr wrap="square" lIns="0" tIns="0" rIns="0" bIns="0" rtlCol="0" anchor="t"/>
          <a:lstStyle/>
          <a:p>
            <a:pPr algn="l" indent="0" marL="0">
              <a:buNone/>
            </a:pPr>
            <a:r>
              <a:rPr lang="ko-KR" sz="1125" dirty="0">
                <a:solidFill>
                  <a:srgbClr val="536172"/>
                </a:solidFill>
                <a:latin typeface="Pretendard" pitchFamily="34" charset="0"/>
                <a:ea typeface="Pretendard" pitchFamily="34" charset="-122"/>
                <a:cs typeface="Pretendard" pitchFamily="34" charset="-120"/>
              </a:rPr>
              <a:t>01 / 03</a:t>
            </a:r>
            <a:endParaRPr lang="ko-KR" sz="1125" dirty="0">
              <a:ea typeface="Pretendard"/>
            </a:endParaRPr>
          </a:p>
        </p:txBody>
      </p:sp>
      <p:sp>
        <p:nvSpPr>
          <p:cNvPr id="9" name="Shape 7"/>
          <p:cNvSpPr/>
          <p:nvPr/>
        </p:nvSpPr>
        <p:spPr>
          <a:xfrm>
            <a:off x="609600" y="2324100"/>
            <a:ext cx="6515100" cy="3419475"/>
          </a:xfrm>
          <a:prstGeom prst="rect">
            <a:avLst/>
          </a:prstGeom>
          <a:solidFill>
            <a:srgbClr val="FFFFFF"/>
          </a:solidFill>
          <a:ln w="12700">
            <a:solidFill>
              <a:srgbClr val="FFFFFF"/>
            </a:solidFill>
            <a:prstDash val="solid"/>
          </a:ln>
        </p:spPr>
      </p:sp>
      <p:sp>
        <p:nvSpPr>
          <p:cNvPr id="10" name="Text 8"/>
          <p:cNvSpPr txBox="1"/>
          <p:nvPr/>
        </p:nvSpPr>
        <p:spPr>
          <a:xfrm>
            <a:off x="914400" y="2600325"/>
            <a:ext cx="5810250" cy="457200"/>
          </a:xfrm>
          <a:prstGeom prst="rect">
            <a:avLst/>
          </a:prstGeom>
          <a:noFill/>
          <a:ln/>
        </p:spPr>
        <p:txBody>
          <a:bodyPr wrap="square" lIns="0" tIns="0" rIns="0" bIns="0" rtlCol="0" anchor="t"/>
          <a:lstStyle/>
          <a:p>
            <a:pPr algn="l" indent="0" marL="0">
              <a:buNone/>
            </a:pPr>
            <a:r>
              <a:rPr lang="ko-KR" sz="2250" b="1" dirty="0">
                <a:solidFill>
                  <a:srgbClr val="202C3B"/>
                </a:solidFill>
                <a:latin typeface="Pretendard" pitchFamily="34" charset="0"/>
                <a:ea typeface="Pretendard" pitchFamily="34" charset="-122"/>
                <a:cs typeface="Pretendard" pitchFamily="34" charset="-120"/>
              </a:rPr>
              <a:t>회고에서 확인한 문제</a:t>
            </a:r>
            <a:endParaRPr lang="ko-KR" sz="2250" dirty="0">
              <a:ea typeface="Pretendard"/>
            </a:endParaRPr>
          </a:p>
        </p:txBody>
      </p:sp>
      <p:sp>
        <p:nvSpPr>
          <p:cNvPr id="11" name="Text 9"/>
          <p:cNvSpPr txBox="1"/>
          <p:nvPr/>
        </p:nvSpPr>
        <p:spPr>
          <a:xfrm>
            <a:off x="914400" y="3371850"/>
            <a:ext cx="5810250" cy="1066800"/>
          </a:xfrm>
          <a:prstGeom prst="rect">
            <a:avLst/>
          </a:prstGeom>
          <a:noFill/>
          <a:ln/>
        </p:spPr>
        <p:txBody>
          <a:bodyPr wrap="square" lIns="0" tIns="0" rIns="0" bIns="0" rtlCol="0" anchor="t"/>
          <a:lstStyle/>
          <a:p>
            <a:pPr algn="l" indent="0" marL="0">
              <a:buNone/>
            </a:pPr>
            <a:r>
              <a:rPr lang="ko-KR" sz="3150" b="1" dirty="0">
                <a:solidFill>
                  <a:srgbClr val="79533C"/>
                </a:solidFill>
                <a:latin typeface="Pretendard" pitchFamily="34" charset="0"/>
                <a:ea typeface="Pretendard" pitchFamily="34" charset="-122"/>
                <a:cs typeface="Pretendard" pitchFamily="34" charset="-120"/>
              </a:rPr>
              <a:t>회의록 작성이</a:t>
            </a:r>
            <a:endParaRPr lang="ko-KR" sz="3150" dirty="0">
              <a:ea typeface="Pretendard"/>
            </a:endParaRPr>
          </a:p>
          <a:p>
            <a:pPr algn="l" indent="0" marL="0">
              <a:buNone/>
            </a:pPr>
            <a:r>
              <a:rPr lang="ko-KR" sz="3150" b="1" dirty="0">
                <a:solidFill>
                  <a:srgbClr val="79533C"/>
                </a:solidFill>
                <a:latin typeface="Pretendard" pitchFamily="34" charset="0"/>
                <a:ea typeface="Pretendard" pitchFamily="34" charset="-122"/>
                <a:cs typeface="Pretendard" pitchFamily="34" charset="-120"/>
              </a:rPr>
              <a:t>중복되고 있습니다.</a:t>
            </a:r>
            <a:endParaRPr lang="ko-KR" sz="3150" dirty="0">
              <a:ea typeface="Pretendard"/>
            </a:endParaRPr>
          </a:p>
        </p:txBody>
      </p:sp>
      <p:sp>
        <p:nvSpPr>
          <p:cNvPr id="12" name="Text 10"/>
          <p:cNvSpPr txBox="1"/>
          <p:nvPr/>
        </p:nvSpPr>
        <p:spPr>
          <a:xfrm>
            <a:off x="914400" y="4991100"/>
            <a:ext cx="5810250" cy="400050"/>
          </a:xfrm>
          <a:prstGeom prst="rect">
            <a:avLst/>
          </a:prstGeom>
          <a:noFill/>
          <a:ln/>
        </p:spPr>
        <p:txBody>
          <a:bodyPr wrap="square" lIns="0" tIns="0" rIns="0" bIns="0" rtlCol="0" anchor="t"/>
          <a:lstStyle/>
          <a:p>
            <a:pPr algn="l" indent="0" marL="0">
              <a:buNone/>
            </a:pPr>
            <a:r>
              <a:rPr lang="ko-KR" sz="1950" dirty="0">
                <a:solidFill>
                  <a:srgbClr val="202C3B"/>
                </a:solidFill>
                <a:latin typeface="Pretendard" pitchFamily="34" charset="0"/>
                <a:ea typeface="Pretendard" pitchFamily="34" charset="-122"/>
                <a:cs typeface="Pretendard" pitchFamily="34" charset="-120"/>
              </a:rPr>
              <a:t>개선 제안: 공유 양식 사용</a:t>
            </a:r>
            <a:endParaRPr lang="ko-KR" sz="1950" dirty="0">
              <a:ea typeface="Pretendard"/>
            </a:endParaRPr>
          </a:p>
        </p:txBody>
      </p:sp>
      <p:sp>
        <p:nvSpPr>
          <p:cNvPr id="13" name="Text 11"/>
          <p:cNvSpPr txBox="1"/>
          <p:nvPr/>
        </p:nvSpPr>
        <p:spPr>
          <a:xfrm>
            <a:off x="7696200" y="2476500"/>
            <a:ext cx="3714750" cy="419100"/>
          </a:xfrm>
          <a:prstGeom prst="rect">
            <a:avLst/>
          </a:prstGeom>
          <a:noFill/>
          <a:ln/>
        </p:spPr>
        <p:txBody>
          <a:bodyPr wrap="square" lIns="0" tIns="0" rIns="0" bIns="0" rtlCol="0" anchor="t"/>
          <a:lstStyle/>
          <a:p>
            <a:pPr algn="l" indent="0" marL="0">
              <a:buNone/>
            </a:pPr>
            <a:r>
              <a:rPr lang="ko-KR" sz="2100" b="1" dirty="0">
                <a:solidFill>
                  <a:srgbClr val="79533C"/>
                </a:solidFill>
                <a:latin typeface="Pretendard" pitchFamily="34" charset="0"/>
                <a:ea typeface="Pretendard" pitchFamily="34" charset="-122"/>
                <a:cs typeface="Pretendard" pitchFamily="34" charset="-120"/>
              </a:rPr>
              <a:t>현재 상태</a:t>
            </a:r>
            <a:endParaRPr lang="ko-KR" sz="2100" dirty="0">
              <a:ea typeface="Pretendard"/>
            </a:endParaRPr>
          </a:p>
        </p:txBody>
      </p:sp>
      <p:sp>
        <p:nvSpPr>
          <p:cNvPr id="14" name="Shape 12"/>
          <p:cNvSpPr/>
          <p:nvPr/>
        </p:nvSpPr>
        <p:spPr>
          <a:xfrm>
            <a:off x="7696200" y="3028950"/>
            <a:ext cx="3886200" cy="0"/>
          </a:xfrm>
          <a:prstGeom prst="line">
            <a:avLst/>
          </a:prstGeom>
          <a:noFill/>
          <a:ln w="19050">
            <a:solidFill>
              <a:srgbClr val="CFC4B6"/>
            </a:solidFill>
            <a:prstDash val="solid"/>
          </a:ln>
        </p:spPr>
      </p:sp>
      <p:sp>
        <p:nvSpPr>
          <p:cNvPr id="15" name="Text 13"/>
          <p:cNvSpPr txBox="1"/>
          <p:nvPr/>
        </p:nvSpPr>
        <p:spPr>
          <a:xfrm>
            <a:off x="7696200" y="3238500"/>
            <a:ext cx="3714750" cy="457200"/>
          </a:xfrm>
          <a:prstGeom prst="rect">
            <a:avLst/>
          </a:prstGeom>
          <a:noFill/>
          <a:ln/>
        </p:spPr>
        <p:txBody>
          <a:bodyPr wrap="square" lIns="0" tIns="0" rIns="0" bIns="0" rtlCol="0" anchor="t"/>
          <a:lstStyle/>
          <a:p>
            <a:pPr algn="l" indent="0" marL="0">
              <a:buNone/>
            </a:pPr>
            <a:r>
              <a:rPr lang="ko-KR" sz="2550" b="1" dirty="0">
                <a:solidFill>
                  <a:srgbClr val="202C3B"/>
                </a:solidFill>
                <a:latin typeface="Pretendard" pitchFamily="34" charset="0"/>
                <a:ea typeface="Pretendard" pitchFamily="34" charset="-122"/>
                <a:cs typeface="Pretendard" pitchFamily="34" charset="-120"/>
              </a:rPr>
              <a:t>실행 전</a:t>
            </a:r>
            <a:endParaRPr lang="ko-KR" sz="2550" dirty="0">
              <a:ea typeface="Pretendard"/>
            </a:endParaRPr>
          </a:p>
        </p:txBody>
      </p:sp>
      <p:sp>
        <p:nvSpPr>
          <p:cNvPr id="16" name="Text 14"/>
          <p:cNvSpPr txBox="1"/>
          <p:nvPr/>
        </p:nvSpPr>
        <p:spPr>
          <a:xfrm>
            <a:off x="7696200" y="3781425"/>
            <a:ext cx="3714750" cy="361950"/>
          </a:xfrm>
          <a:prstGeom prst="rect">
            <a:avLst/>
          </a:prstGeom>
          <a:noFill/>
          <a:ln/>
        </p:spPr>
        <p:txBody>
          <a:bodyPr wrap="square" lIns="0" tIns="0" rIns="0" bIns="0" rtlCol="0" anchor="t"/>
          <a:lstStyle/>
          <a:p>
            <a:pPr algn="l" indent="0" marL="0">
              <a:buNone/>
            </a:pPr>
            <a:r>
              <a:rPr lang="ko-KR" sz="1800" dirty="0">
                <a:solidFill>
                  <a:srgbClr val="536172"/>
                </a:solidFill>
                <a:latin typeface="Pretendard" pitchFamily="34" charset="0"/>
                <a:ea typeface="Pretendard" pitchFamily="34" charset="-122"/>
                <a:cs typeface="Pretendard" pitchFamily="34" charset="-120"/>
              </a:rPr>
              <a:t>제안 단계입니다.</a:t>
            </a:r>
            <a:endParaRPr lang="ko-KR" sz="1800" dirty="0">
              <a:ea typeface="Pretendard"/>
            </a:endParaRPr>
          </a:p>
        </p:txBody>
      </p:sp>
      <p:sp>
        <p:nvSpPr>
          <p:cNvPr id="17" name="Shape 15"/>
          <p:cNvSpPr/>
          <p:nvPr/>
        </p:nvSpPr>
        <p:spPr>
          <a:xfrm>
            <a:off x="7696200" y="4400550"/>
            <a:ext cx="3886200" cy="0"/>
          </a:xfrm>
          <a:prstGeom prst="line">
            <a:avLst/>
          </a:prstGeom>
          <a:noFill/>
          <a:ln w="19050">
            <a:solidFill>
              <a:srgbClr val="CFC4B6"/>
            </a:solidFill>
            <a:prstDash val="solid"/>
          </a:ln>
        </p:spPr>
      </p:sp>
      <p:sp>
        <p:nvSpPr>
          <p:cNvPr id="18" name="Text 16"/>
          <p:cNvSpPr txBox="1"/>
          <p:nvPr/>
        </p:nvSpPr>
        <p:spPr>
          <a:xfrm>
            <a:off x="7696200" y="4610100"/>
            <a:ext cx="3714750" cy="457200"/>
          </a:xfrm>
          <a:prstGeom prst="rect">
            <a:avLst/>
          </a:prstGeom>
          <a:noFill/>
          <a:ln/>
        </p:spPr>
        <p:txBody>
          <a:bodyPr wrap="square" lIns="0" tIns="0" rIns="0" bIns="0" rtlCol="0" anchor="t"/>
          <a:lstStyle/>
          <a:p>
            <a:pPr algn="l" indent="0" marL="0">
              <a:buNone/>
            </a:pPr>
            <a:r>
              <a:rPr lang="ko-KR" sz="2550" b="1" dirty="0">
                <a:solidFill>
                  <a:srgbClr val="202C3B"/>
                </a:solidFill>
                <a:latin typeface="Pretendard" pitchFamily="34" charset="0"/>
                <a:ea typeface="Pretendard" pitchFamily="34" charset="-122"/>
                <a:cs typeface="Pretendard" pitchFamily="34" charset="-120"/>
              </a:rPr>
              <a:t>실측 없음</a:t>
            </a:r>
            <a:endParaRPr lang="ko-KR" sz="2550" dirty="0">
              <a:ea typeface="Pretendard"/>
            </a:endParaRPr>
          </a:p>
        </p:txBody>
      </p:sp>
      <p:sp>
        <p:nvSpPr>
          <p:cNvPr id="19" name="Text 17"/>
          <p:cNvSpPr txBox="1"/>
          <p:nvPr/>
        </p:nvSpPr>
        <p:spPr>
          <a:xfrm>
            <a:off x="7696200" y="5153025"/>
            <a:ext cx="3714750" cy="361950"/>
          </a:xfrm>
          <a:prstGeom prst="rect">
            <a:avLst/>
          </a:prstGeom>
          <a:noFill/>
          <a:ln/>
        </p:spPr>
        <p:txBody>
          <a:bodyPr wrap="square" lIns="0" tIns="0" rIns="0" bIns="0" rtlCol="0" anchor="t"/>
          <a:lstStyle/>
          <a:p>
            <a:pPr algn="l" indent="0" marL="0">
              <a:buNone/>
            </a:pPr>
            <a:r>
              <a:rPr lang="ko-KR" sz="1800" dirty="0">
                <a:solidFill>
                  <a:srgbClr val="536172"/>
                </a:solidFill>
                <a:latin typeface="Pretendard" pitchFamily="34" charset="0"/>
                <a:ea typeface="Pretendard" pitchFamily="34" charset="-122"/>
                <a:cs typeface="Pretendard" pitchFamily="34" charset="-120"/>
              </a:rPr>
              <a:t>개선 효과는 아직 모릅니다.</a:t>
            </a:r>
            <a:endParaRPr lang="ko-KR" sz="1800" dirty="0">
              <a:ea typeface="Pretendar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1EA"/>
          </a:solidFill>
          <a:ln w="12700">
            <a:solidFill>
              <a:srgbClr val="F5F1EA"/>
            </a:solidFill>
            <a:prstDash val="solid"/>
          </a:ln>
        </p:spPr>
      </p:sp>
      <p:sp>
        <p:nvSpPr>
          <p:cNvPr id="3" name="Text 1"/>
          <p:cNvSpPr txBox="1"/>
          <p:nvPr/>
        </p:nvSpPr>
        <p:spPr>
          <a:xfrm>
            <a:off x="609600" y="285750"/>
            <a:ext cx="8572500" cy="266700"/>
          </a:xfrm>
          <a:prstGeom prst="rect">
            <a:avLst/>
          </a:prstGeom>
          <a:noFill/>
          <a:ln/>
        </p:spPr>
        <p:txBody>
          <a:bodyPr wrap="square" lIns="0" tIns="0" rIns="0" bIns="0" rtlCol="0" anchor="t"/>
          <a:lstStyle/>
          <a:p>
            <a:pPr algn="l" indent="0" marL="0">
              <a:buNone/>
            </a:pPr>
            <a:r>
              <a:rPr lang="ko-KR" sz="1200" b="1" dirty="0">
                <a:solidFill>
                  <a:srgbClr val="79533C"/>
                </a:solidFill>
                <a:latin typeface="Pretendard" pitchFamily="34" charset="0"/>
                <a:ea typeface="Pretendard" pitchFamily="34" charset="-122"/>
                <a:cs typeface="Pretendard" pitchFamily="34" charset="-120"/>
              </a:rPr>
              <a:t>팀 회고  /  회의록 작성</a:t>
            </a:r>
            <a:endParaRPr lang="ko-KR" sz="1200" dirty="0">
              <a:ea typeface="Pretendard"/>
            </a:endParaRPr>
          </a:p>
        </p:txBody>
      </p:sp>
      <p:sp>
        <p:nvSpPr>
          <p:cNvPr id="4" name="Text 2"/>
          <p:cNvSpPr txBox="1"/>
          <p:nvPr/>
        </p:nvSpPr>
        <p:spPr>
          <a:xfrm>
            <a:off x="609600" y="762000"/>
            <a:ext cx="10972800" cy="628650"/>
          </a:xfrm>
          <a:prstGeom prst="rect">
            <a:avLst/>
          </a:prstGeom>
          <a:noFill/>
          <a:ln/>
        </p:spPr>
        <p:txBody>
          <a:bodyPr wrap="square" lIns="0" tIns="0" rIns="0" bIns="0" rtlCol="0" anchor="t"/>
          <a:lstStyle/>
          <a:p>
            <a:pPr algn="l" indent="0" marL="0">
              <a:buNone/>
            </a:pPr>
            <a:r>
              <a:rPr lang="ko-KR" sz="3300" b="1" dirty="0">
                <a:solidFill>
                  <a:srgbClr val="202C3B"/>
                </a:solidFill>
                <a:latin typeface="Pretendard" pitchFamily="34" charset="0"/>
                <a:ea typeface="Pretendard" pitchFamily="34" charset="-122"/>
                <a:cs typeface="Pretendard" pitchFamily="34" charset="-120"/>
              </a:rPr>
              <a:t>공유 양식 제안</a:t>
            </a:r>
            <a:endParaRPr lang="ko-KR" sz="3300" dirty="0">
              <a:ea typeface="Pretendard"/>
            </a:endParaRPr>
          </a:p>
        </p:txBody>
      </p:sp>
      <p:sp>
        <p:nvSpPr>
          <p:cNvPr id="5" name="Text 3"/>
          <p:cNvSpPr txBox="1"/>
          <p:nvPr/>
        </p:nvSpPr>
        <p:spPr>
          <a:xfrm>
            <a:off x="609600" y="1543050"/>
            <a:ext cx="10972800" cy="533400"/>
          </a:xfrm>
          <a:prstGeom prst="rect">
            <a:avLst/>
          </a:prstGeom>
          <a:noFill/>
          <a:ln/>
        </p:spPr>
        <p:txBody>
          <a:bodyPr wrap="square" lIns="0" tIns="0" rIns="0" bIns="0" rtlCol="0" anchor="t"/>
          <a:lstStyle/>
          <a:p>
            <a:pPr algn="l" indent="0" marL="0">
              <a:buNone/>
            </a:pPr>
            <a:r>
              <a:rPr lang="ko-KR" sz="1725" dirty="0">
                <a:solidFill>
                  <a:srgbClr val="536172"/>
                </a:solidFill>
                <a:latin typeface="Pretendard" pitchFamily="34" charset="0"/>
                <a:ea typeface="Pretendard" pitchFamily="34" charset="-122"/>
                <a:cs typeface="Pretendard" pitchFamily="34" charset="-120"/>
              </a:rPr>
              <a:t>현재 문제와 제안한 변화를 구분합니다.</a:t>
            </a:r>
            <a:endParaRPr lang="ko-KR" sz="1725" dirty="0">
              <a:ea typeface="Pretendard"/>
            </a:endParaRPr>
          </a:p>
        </p:txBody>
      </p:sp>
      <p:sp>
        <p:nvSpPr>
          <p:cNvPr id="6" name="Shape 4"/>
          <p:cNvSpPr/>
          <p:nvPr/>
        </p:nvSpPr>
        <p:spPr>
          <a:xfrm>
            <a:off x="609600" y="6305550"/>
            <a:ext cx="10972800" cy="0"/>
          </a:xfrm>
          <a:prstGeom prst="line">
            <a:avLst/>
          </a:prstGeom>
          <a:noFill/>
          <a:ln w="19050">
            <a:solidFill>
              <a:srgbClr val="CFC4B6"/>
            </a:solidFill>
            <a:prstDash val="solid"/>
          </a:ln>
        </p:spPr>
      </p:sp>
      <p:sp>
        <p:nvSpPr>
          <p:cNvPr id="7" name="Text 5"/>
          <p:cNvSpPr txBox="1"/>
          <p:nvPr/>
        </p:nvSpPr>
        <p:spPr>
          <a:xfrm>
            <a:off x="609600" y="6486525"/>
            <a:ext cx="8572500" cy="200025"/>
          </a:xfrm>
          <a:prstGeom prst="rect">
            <a:avLst/>
          </a:prstGeom>
          <a:noFill/>
          <a:ln/>
        </p:spPr>
        <p:txBody>
          <a:bodyPr wrap="square" lIns="0" tIns="0" rIns="0" bIns="0" rtlCol="0" anchor="t"/>
          <a:lstStyle/>
          <a:p>
            <a:pPr algn="l" indent="0" marL="0">
              <a:buNone/>
            </a:pPr>
            <a:r>
              <a:rPr lang="ko-KR" sz="975" dirty="0">
                <a:solidFill>
                  <a:srgbClr val="536172"/>
                </a:solidFill>
                <a:latin typeface="Pretendard" pitchFamily="34" charset="0"/>
                <a:ea typeface="Pretendard" pitchFamily="34" charset="-122"/>
                <a:cs typeface="Pretendard" pitchFamily="34" charset="-120"/>
              </a:rPr>
              <a:t>공유 양식 제안  /  실행 전</a:t>
            </a:r>
            <a:endParaRPr lang="ko-KR" sz="975" dirty="0">
              <a:ea typeface="Pretendard"/>
            </a:endParaRPr>
          </a:p>
        </p:txBody>
      </p:sp>
      <p:sp>
        <p:nvSpPr>
          <p:cNvPr id="8" name="Text 6"/>
          <p:cNvSpPr txBox="1"/>
          <p:nvPr/>
        </p:nvSpPr>
        <p:spPr>
          <a:xfrm>
            <a:off x="10858500" y="6477000"/>
            <a:ext cx="723900" cy="228600"/>
          </a:xfrm>
          <a:prstGeom prst="rect">
            <a:avLst/>
          </a:prstGeom>
          <a:noFill/>
          <a:ln/>
        </p:spPr>
        <p:txBody>
          <a:bodyPr wrap="square" lIns="0" tIns="0" rIns="0" bIns="0" rtlCol="0" anchor="t"/>
          <a:lstStyle/>
          <a:p>
            <a:pPr algn="l" indent="0" marL="0">
              <a:buNone/>
            </a:pPr>
            <a:r>
              <a:rPr lang="ko-KR" sz="1125" dirty="0">
                <a:solidFill>
                  <a:srgbClr val="536172"/>
                </a:solidFill>
                <a:latin typeface="Pretendard" pitchFamily="34" charset="0"/>
                <a:ea typeface="Pretendard" pitchFamily="34" charset="-122"/>
                <a:cs typeface="Pretendard" pitchFamily="34" charset="-120"/>
              </a:rPr>
              <a:t>02 / 03</a:t>
            </a:r>
            <a:endParaRPr lang="ko-KR" sz="1125" dirty="0">
              <a:ea typeface="Pretendard"/>
            </a:endParaRPr>
          </a:p>
        </p:txBody>
      </p:sp>
      <p:sp>
        <p:nvSpPr>
          <p:cNvPr id="9" name="Text 7"/>
          <p:cNvSpPr txBox="1"/>
          <p:nvPr/>
        </p:nvSpPr>
        <p:spPr>
          <a:xfrm>
            <a:off x="609600" y="2381250"/>
            <a:ext cx="4953000" cy="419100"/>
          </a:xfrm>
          <a:prstGeom prst="rect">
            <a:avLst/>
          </a:prstGeom>
          <a:noFill/>
          <a:ln/>
        </p:spPr>
        <p:txBody>
          <a:bodyPr wrap="square" lIns="0" tIns="0" rIns="0" bIns="0" rtlCol="0" anchor="t"/>
          <a:lstStyle/>
          <a:p>
            <a:pPr algn="l" indent="0" marL="0">
              <a:buNone/>
            </a:pPr>
            <a:r>
              <a:rPr lang="ko-KR" sz="2250" b="1" dirty="0">
                <a:solidFill>
                  <a:srgbClr val="79533C"/>
                </a:solidFill>
                <a:latin typeface="Pretendard" pitchFamily="34" charset="0"/>
                <a:ea typeface="Pretendard" pitchFamily="34" charset="-122"/>
                <a:cs typeface="Pretendard" pitchFamily="34" charset="-120"/>
              </a:rPr>
              <a:t>현재</a:t>
            </a:r>
            <a:endParaRPr lang="ko-KR" sz="2250" dirty="0">
              <a:ea typeface="Pretendard"/>
            </a:endParaRPr>
          </a:p>
        </p:txBody>
      </p:sp>
      <p:sp>
        <p:nvSpPr>
          <p:cNvPr id="10" name="Text 8"/>
          <p:cNvSpPr txBox="1"/>
          <p:nvPr/>
        </p:nvSpPr>
        <p:spPr>
          <a:xfrm>
            <a:off x="6419850" y="2381250"/>
            <a:ext cx="4953000" cy="419100"/>
          </a:xfrm>
          <a:prstGeom prst="rect">
            <a:avLst/>
          </a:prstGeom>
          <a:noFill/>
          <a:ln/>
        </p:spPr>
        <p:txBody>
          <a:bodyPr wrap="square" lIns="0" tIns="0" rIns="0" bIns="0" rtlCol="0" anchor="t"/>
          <a:lstStyle/>
          <a:p>
            <a:pPr algn="l" indent="0" marL="0">
              <a:buNone/>
            </a:pPr>
            <a:r>
              <a:rPr lang="ko-KR" sz="2250" b="1" dirty="0">
                <a:solidFill>
                  <a:srgbClr val="79533C"/>
                </a:solidFill>
                <a:latin typeface="Pretendard" pitchFamily="34" charset="0"/>
                <a:ea typeface="Pretendard" pitchFamily="34" charset="-122"/>
                <a:cs typeface="Pretendard" pitchFamily="34" charset="-120"/>
              </a:rPr>
              <a:t>제안</a:t>
            </a:r>
            <a:endParaRPr lang="ko-KR" sz="2250" dirty="0">
              <a:ea typeface="Pretendard"/>
            </a:endParaRPr>
          </a:p>
        </p:txBody>
      </p:sp>
      <p:sp>
        <p:nvSpPr>
          <p:cNvPr id="11" name="Shape 9"/>
          <p:cNvSpPr/>
          <p:nvPr/>
        </p:nvSpPr>
        <p:spPr>
          <a:xfrm>
            <a:off x="609600" y="2971800"/>
            <a:ext cx="5162550" cy="0"/>
          </a:xfrm>
          <a:prstGeom prst="line">
            <a:avLst/>
          </a:prstGeom>
          <a:noFill/>
          <a:ln w="19050">
            <a:solidFill>
              <a:srgbClr val="CFC4B6"/>
            </a:solidFill>
            <a:prstDash val="solid"/>
          </a:ln>
        </p:spPr>
      </p:sp>
      <p:sp>
        <p:nvSpPr>
          <p:cNvPr id="12" name="Shape 10"/>
          <p:cNvSpPr/>
          <p:nvPr/>
        </p:nvSpPr>
        <p:spPr>
          <a:xfrm>
            <a:off x="6419850" y="2971800"/>
            <a:ext cx="5162550" cy="0"/>
          </a:xfrm>
          <a:prstGeom prst="line">
            <a:avLst/>
          </a:prstGeom>
          <a:noFill/>
          <a:ln w="19050">
            <a:solidFill>
              <a:srgbClr val="CFC4B6"/>
            </a:solidFill>
            <a:prstDash val="solid"/>
          </a:ln>
        </p:spPr>
      </p:sp>
      <p:sp>
        <p:nvSpPr>
          <p:cNvPr id="13" name="Shape 11"/>
          <p:cNvSpPr/>
          <p:nvPr/>
        </p:nvSpPr>
        <p:spPr>
          <a:xfrm>
            <a:off x="609600" y="3219450"/>
            <a:ext cx="5162550" cy="1809750"/>
          </a:xfrm>
          <a:prstGeom prst="rect">
            <a:avLst/>
          </a:prstGeom>
          <a:solidFill>
            <a:srgbClr val="FFFFFF"/>
          </a:solidFill>
          <a:ln w="12700">
            <a:solidFill>
              <a:srgbClr val="FFFFFF"/>
            </a:solidFill>
            <a:prstDash val="solid"/>
          </a:ln>
        </p:spPr>
      </p:sp>
      <p:sp>
        <p:nvSpPr>
          <p:cNvPr id="14" name="Shape 12"/>
          <p:cNvSpPr/>
          <p:nvPr/>
        </p:nvSpPr>
        <p:spPr>
          <a:xfrm>
            <a:off x="6419850" y="3219450"/>
            <a:ext cx="5162550" cy="1809750"/>
          </a:xfrm>
          <a:prstGeom prst="rect">
            <a:avLst/>
          </a:prstGeom>
          <a:solidFill>
            <a:srgbClr val="FFFFFF"/>
          </a:solidFill>
          <a:ln w="12700">
            <a:solidFill>
              <a:srgbClr val="FFFFFF"/>
            </a:solidFill>
            <a:prstDash val="solid"/>
          </a:ln>
        </p:spPr>
      </p:sp>
      <p:sp>
        <p:nvSpPr>
          <p:cNvPr id="15" name="Text 13"/>
          <p:cNvSpPr txBox="1"/>
          <p:nvPr/>
        </p:nvSpPr>
        <p:spPr>
          <a:xfrm>
            <a:off x="895350" y="3552825"/>
            <a:ext cx="4591050" cy="857250"/>
          </a:xfrm>
          <a:prstGeom prst="rect">
            <a:avLst/>
          </a:prstGeom>
          <a:noFill/>
          <a:ln/>
        </p:spPr>
        <p:txBody>
          <a:bodyPr wrap="square" lIns="0" tIns="0" rIns="0" bIns="0" rtlCol="0" anchor="t"/>
          <a:lstStyle/>
          <a:p>
            <a:pPr algn="l" indent="0" marL="0">
              <a:buNone/>
            </a:pPr>
            <a:r>
              <a:rPr lang="ko-KR" sz="2700" b="1" dirty="0">
                <a:solidFill>
                  <a:srgbClr val="202C3B"/>
                </a:solidFill>
                <a:latin typeface="Pretendard" pitchFamily="34" charset="0"/>
                <a:ea typeface="Pretendard" pitchFamily="34" charset="-122"/>
                <a:cs typeface="Pretendard" pitchFamily="34" charset="-120"/>
              </a:rPr>
              <a:t>회의록 작성</a:t>
            </a:r>
            <a:endParaRPr lang="ko-KR" sz="2700" dirty="0">
              <a:ea typeface="Pretendard"/>
            </a:endParaRPr>
          </a:p>
          <a:p>
            <a:pPr algn="l" indent="0" marL="0">
              <a:buNone/>
            </a:pPr>
            <a:r>
              <a:rPr lang="ko-KR" sz="2700" b="1" dirty="0">
                <a:solidFill>
                  <a:srgbClr val="202C3B"/>
                </a:solidFill>
                <a:latin typeface="Pretendard" pitchFamily="34" charset="0"/>
                <a:ea typeface="Pretendard" pitchFamily="34" charset="-122"/>
                <a:cs typeface="Pretendard" pitchFamily="34" charset="-120"/>
              </a:rPr>
              <a:t>중복</a:t>
            </a:r>
            <a:endParaRPr lang="ko-KR" sz="2700" dirty="0">
              <a:ea typeface="Pretendard"/>
            </a:endParaRPr>
          </a:p>
        </p:txBody>
      </p:sp>
      <p:sp>
        <p:nvSpPr>
          <p:cNvPr id="16" name="Text 14"/>
          <p:cNvSpPr txBox="1"/>
          <p:nvPr/>
        </p:nvSpPr>
        <p:spPr>
          <a:xfrm>
            <a:off x="6705600" y="3552825"/>
            <a:ext cx="4591050" cy="857250"/>
          </a:xfrm>
          <a:prstGeom prst="rect">
            <a:avLst/>
          </a:prstGeom>
          <a:noFill/>
          <a:ln/>
        </p:spPr>
        <p:txBody>
          <a:bodyPr wrap="square" lIns="0" tIns="0" rIns="0" bIns="0" rtlCol="0" anchor="t"/>
          <a:lstStyle/>
          <a:p>
            <a:pPr algn="l" indent="0" marL="0">
              <a:buNone/>
            </a:pPr>
            <a:r>
              <a:rPr lang="ko-KR" sz="2700" b="1" dirty="0">
                <a:solidFill>
                  <a:srgbClr val="79533C"/>
                </a:solidFill>
                <a:latin typeface="Pretendard" pitchFamily="34" charset="0"/>
                <a:ea typeface="Pretendard" pitchFamily="34" charset="-122"/>
                <a:cs typeface="Pretendard" pitchFamily="34" charset="-120"/>
              </a:rPr>
              <a:t>공유 양식</a:t>
            </a:r>
            <a:endParaRPr lang="ko-KR" sz="2700" dirty="0">
              <a:ea typeface="Pretendard"/>
            </a:endParaRPr>
          </a:p>
          <a:p>
            <a:pPr algn="l" indent="0" marL="0">
              <a:buNone/>
            </a:pPr>
            <a:r>
              <a:rPr lang="ko-KR" sz="2700" b="1" dirty="0">
                <a:solidFill>
                  <a:srgbClr val="79533C"/>
                </a:solidFill>
                <a:latin typeface="Pretendard" pitchFamily="34" charset="0"/>
                <a:ea typeface="Pretendard" pitchFamily="34" charset="-122"/>
                <a:cs typeface="Pretendard" pitchFamily="34" charset="-120"/>
              </a:rPr>
              <a:t>사용</a:t>
            </a:r>
            <a:endParaRPr lang="ko-KR" sz="2700" dirty="0">
              <a:ea typeface="Pretendard"/>
            </a:endParaRPr>
          </a:p>
        </p:txBody>
      </p:sp>
      <p:sp>
        <p:nvSpPr>
          <p:cNvPr id="17" name="Text 15"/>
          <p:cNvSpPr txBox="1"/>
          <p:nvPr/>
        </p:nvSpPr>
        <p:spPr>
          <a:xfrm>
            <a:off x="609600" y="5438775"/>
            <a:ext cx="10972800" cy="514350"/>
          </a:xfrm>
          <a:prstGeom prst="rect">
            <a:avLst/>
          </a:prstGeom>
          <a:noFill/>
          <a:ln/>
        </p:spPr>
        <p:txBody>
          <a:bodyPr wrap="square" lIns="0" tIns="0" rIns="0" bIns="0" rtlCol="0" anchor="t"/>
          <a:lstStyle/>
          <a:p>
            <a:pPr algn="l" indent="0" marL="0">
              <a:buNone/>
            </a:pPr>
            <a:r>
              <a:rPr lang="ko-KR" sz="1875" dirty="0">
                <a:solidFill>
                  <a:srgbClr val="202C3B"/>
                </a:solidFill>
                <a:latin typeface="Pretendard" pitchFamily="34" charset="0"/>
                <a:ea typeface="Pretendard" pitchFamily="34" charset="-122"/>
                <a:cs typeface="Pretendard" pitchFamily="34" charset="-120"/>
              </a:rPr>
              <a:t>양식 도입만으로 중복이 해결되는지는 적용 후 확인해야 합니다.</a:t>
            </a:r>
            <a:endParaRPr lang="ko-KR" sz="1875" dirty="0">
              <a:ea typeface="Pretendar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1EA"/>
          </a:solidFill>
          <a:ln w="12700">
            <a:solidFill>
              <a:srgbClr val="F5F1EA"/>
            </a:solidFill>
            <a:prstDash val="solid"/>
          </a:ln>
        </p:spPr>
      </p:sp>
      <p:sp>
        <p:nvSpPr>
          <p:cNvPr id="3" name="Text 1"/>
          <p:cNvSpPr txBox="1"/>
          <p:nvPr/>
        </p:nvSpPr>
        <p:spPr>
          <a:xfrm>
            <a:off x="609600" y="285750"/>
            <a:ext cx="8572500" cy="266700"/>
          </a:xfrm>
          <a:prstGeom prst="rect">
            <a:avLst/>
          </a:prstGeom>
          <a:noFill/>
          <a:ln/>
        </p:spPr>
        <p:txBody>
          <a:bodyPr wrap="square" lIns="0" tIns="0" rIns="0" bIns="0" rtlCol="0" anchor="t"/>
          <a:lstStyle/>
          <a:p>
            <a:pPr algn="l" indent="0" marL="0">
              <a:buNone/>
            </a:pPr>
            <a:r>
              <a:rPr lang="ko-KR" sz="1200" b="1" dirty="0">
                <a:solidFill>
                  <a:srgbClr val="79533C"/>
                </a:solidFill>
                <a:latin typeface="Pretendard" pitchFamily="34" charset="0"/>
                <a:ea typeface="Pretendard" pitchFamily="34" charset="-122"/>
                <a:cs typeface="Pretendard" pitchFamily="34" charset="-120"/>
              </a:rPr>
              <a:t>팀 회고  /  회의록 작성</a:t>
            </a:r>
            <a:endParaRPr lang="ko-KR" sz="1200" dirty="0">
              <a:ea typeface="Pretendard"/>
            </a:endParaRPr>
          </a:p>
        </p:txBody>
      </p:sp>
      <p:sp>
        <p:nvSpPr>
          <p:cNvPr id="4" name="Text 2"/>
          <p:cNvSpPr txBox="1"/>
          <p:nvPr/>
        </p:nvSpPr>
        <p:spPr>
          <a:xfrm>
            <a:off x="609600" y="762000"/>
            <a:ext cx="10972800" cy="628650"/>
          </a:xfrm>
          <a:prstGeom prst="rect">
            <a:avLst/>
          </a:prstGeom>
          <a:noFill/>
          <a:ln/>
        </p:spPr>
        <p:txBody>
          <a:bodyPr wrap="square" lIns="0" tIns="0" rIns="0" bIns="0" rtlCol="0" anchor="t"/>
          <a:lstStyle/>
          <a:p>
            <a:pPr algn="l" indent="0" marL="0">
              <a:buNone/>
            </a:pPr>
            <a:r>
              <a:rPr lang="ko-KR" sz="3300" b="1" dirty="0">
                <a:solidFill>
                  <a:srgbClr val="202C3B"/>
                </a:solidFill>
                <a:latin typeface="Pretendard" pitchFamily="34" charset="0"/>
                <a:ea typeface="Pretendard" pitchFamily="34" charset="-122"/>
                <a:cs typeface="Pretendard" pitchFamily="34" charset="-120"/>
              </a:rPr>
              <a:t>적용 전 논의 사항</a:t>
            </a:r>
            <a:endParaRPr lang="ko-KR" sz="3300" dirty="0">
              <a:ea typeface="Pretendard"/>
            </a:endParaRPr>
          </a:p>
        </p:txBody>
      </p:sp>
      <p:sp>
        <p:nvSpPr>
          <p:cNvPr id="5" name="Text 3"/>
          <p:cNvSpPr txBox="1"/>
          <p:nvPr/>
        </p:nvSpPr>
        <p:spPr>
          <a:xfrm>
            <a:off x="609600" y="1543050"/>
            <a:ext cx="10972800" cy="533400"/>
          </a:xfrm>
          <a:prstGeom prst="rect">
            <a:avLst/>
          </a:prstGeom>
          <a:noFill/>
          <a:ln/>
        </p:spPr>
        <p:txBody>
          <a:bodyPr wrap="square" lIns="0" tIns="0" rIns="0" bIns="0" rtlCol="0" anchor="t"/>
          <a:lstStyle/>
          <a:p>
            <a:pPr algn="l" indent="0" marL="0">
              <a:buNone/>
            </a:pPr>
            <a:r>
              <a:rPr lang="ko-KR" sz="1725" dirty="0">
                <a:solidFill>
                  <a:srgbClr val="536172"/>
                </a:solidFill>
                <a:latin typeface="Pretendard" pitchFamily="34" charset="0"/>
                <a:ea typeface="Pretendard" pitchFamily="34" charset="-122"/>
                <a:cs typeface="Pretendard" pitchFamily="34" charset="-120"/>
              </a:rPr>
              <a:t>다음 항목은 확정된 계획이 아닌 논의 제안입니다.</a:t>
            </a:r>
            <a:endParaRPr lang="ko-KR" sz="1725" dirty="0">
              <a:ea typeface="Pretendard"/>
            </a:endParaRPr>
          </a:p>
        </p:txBody>
      </p:sp>
      <p:sp>
        <p:nvSpPr>
          <p:cNvPr id="6" name="Shape 4"/>
          <p:cNvSpPr/>
          <p:nvPr/>
        </p:nvSpPr>
        <p:spPr>
          <a:xfrm>
            <a:off x="609600" y="6305550"/>
            <a:ext cx="10972800" cy="0"/>
          </a:xfrm>
          <a:prstGeom prst="line">
            <a:avLst/>
          </a:prstGeom>
          <a:noFill/>
          <a:ln w="19050">
            <a:solidFill>
              <a:srgbClr val="CFC4B6"/>
            </a:solidFill>
            <a:prstDash val="solid"/>
          </a:ln>
        </p:spPr>
      </p:sp>
      <p:sp>
        <p:nvSpPr>
          <p:cNvPr id="7" name="Text 5"/>
          <p:cNvSpPr txBox="1"/>
          <p:nvPr/>
        </p:nvSpPr>
        <p:spPr>
          <a:xfrm>
            <a:off x="609600" y="6486525"/>
            <a:ext cx="8572500" cy="200025"/>
          </a:xfrm>
          <a:prstGeom prst="rect">
            <a:avLst/>
          </a:prstGeom>
          <a:noFill/>
          <a:ln/>
        </p:spPr>
        <p:txBody>
          <a:bodyPr wrap="square" lIns="0" tIns="0" rIns="0" bIns="0" rtlCol="0" anchor="t"/>
          <a:lstStyle/>
          <a:p>
            <a:pPr algn="l" indent="0" marL="0">
              <a:buNone/>
            </a:pPr>
            <a:r>
              <a:rPr lang="ko-KR" sz="975" dirty="0">
                <a:solidFill>
                  <a:srgbClr val="536172"/>
                </a:solidFill>
                <a:latin typeface="Pretendard" pitchFamily="34" charset="0"/>
                <a:ea typeface="Pretendard" pitchFamily="34" charset="-122"/>
                <a:cs typeface="Pretendard" pitchFamily="34" charset="-120"/>
              </a:rPr>
              <a:t>공유 양식 제안  /  실행 전</a:t>
            </a:r>
            <a:endParaRPr lang="ko-KR" sz="975" dirty="0">
              <a:ea typeface="Pretendard"/>
            </a:endParaRPr>
          </a:p>
        </p:txBody>
      </p:sp>
      <p:sp>
        <p:nvSpPr>
          <p:cNvPr id="8" name="Text 6"/>
          <p:cNvSpPr txBox="1"/>
          <p:nvPr/>
        </p:nvSpPr>
        <p:spPr>
          <a:xfrm>
            <a:off x="10858500" y="6477000"/>
            <a:ext cx="723900" cy="228600"/>
          </a:xfrm>
          <a:prstGeom prst="rect">
            <a:avLst/>
          </a:prstGeom>
          <a:noFill/>
          <a:ln/>
        </p:spPr>
        <p:txBody>
          <a:bodyPr wrap="square" lIns="0" tIns="0" rIns="0" bIns="0" rtlCol="0" anchor="t"/>
          <a:lstStyle/>
          <a:p>
            <a:pPr algn="l" indent="0" marL="0">
              <a:buNone/>
            </a:pPr>
            <a:r>
              <a:rPr lang="ko-KR" sz="1125" dirty="0">
                <a:solidFill>
                  <a:srgbClr val="536172"/>
                </a:solidFill>
                <a:latin typeface="Pretendard" pitchFamily="34" charset="0"/>
                <a:ea typeface="Pretendard" pitchFamily="34" charset="-122"/>
                <a:cs typeface="Pretendard" pitchFamily="34" charset="-120"/>
              </a:rPr>
              <a:t>03 / 03</a:t>
            </a:r>
            <a:endParaRPr lang="ko-KR" sz="1125" dirty="0">
              <a:ea typeface="Pretendard"/>
            </a:endParaRPr>
          </a:p>
        </p:txBody>
      </p:sp>
      <p:sp>
        <p:nvSpPr>
          <p:cNvPr id="9" name="Shape 7"/>
          <p:cNvSpPr/>
          <p:nvPr/>
        </p:nvSpPr>
        <p:spPr>
          <a:xfrm>
            <a:off x="933450" y="2628900"/>
            <a:ext cx="0" cy="2609850"/>
          </a:xfrm>
          <a:prstGeom prst="line">
            <a:avLst/>
          </a:prstGeom>
          <a:noFill/>
          <a:ln w="19050">
            <a:solidFill>
              <a:srgbClr val="CFC4B6"/>
            </a:solidFill>
            <a:prstDash val="solid"/>
          </a:ln>
        </p:spPr>
      </p:sp>
      <p:sp>
        <p:nvSpPr>
          <p:cNvPr id="10" name="Shape 8"/>
          <p:cNvSpPr/>
          <p:nvPr/>
        </p:nvSpPr>
        <p:spPr>
          <a:xfrm>
            <a:off x="723900" y="2381250"/>
            <a:ext cx="419100" cy="419100"/>
          </a:xfrm>
          <a:prstGeom prst="rect">
            <a:avLst/>
          </a:prstGeom>
          <a:solidFill>
            <a:srgbClr val="79533C"/>
          </a:solidFill>
          <a:ln w="12700">
            <a:solidFill>
              <a:srgbClr val="79533C"/>
            </a:solidFill>
            <a:prstDash val="solid"/>
          </a:ln>
        </p:spPr>
      </p:sp>
      <p:sp>
        <p:nvSpPr>
          <p:cNvPr id="11" name="Text 9"/>
          <p:cNvSpPr txBox="1"/>
          <p:nvPr/>
        </p:nvSpPr>
        <p:spPr>
          <a:xfrm>
            <a:off x="828675" y="2447925"/>
            <a:ext cx="266700" cy="285750"/>
          </a:xfrm>
          <a:prstGeom prst="rect">
            <a:avLst/>
          </a:prstGeom>
          <a:noFill/>
          <a:ln/>
        </p:spPr>
        <p:txBody>
          <a:bodyPr wrap="square" lIns="0" tIns="0" rIns="0" bIns="0" rtlCol="0" anchor="t"/>
          <a:lstStyle/>
          <a:p>
            <a:pPr algn="l" indent="0" marL="0">
              <a:buNone/>
            </a:pPr>
            <a:r>
              <a:rPr lang="ko-KR" sz="1650" b="1" dirty="0">
                <a:solidFill>
                  <a:srgbClr val="FFFFFF"/>
                </a:solidFill>
                <a:latin typeface="Pretendard" pitchFamily="34" charset="0"/>
                <a:ea typeface="Pretendard" pitchFamily="34" charset="-122"/>
                <a:cs typeface="Pretendard" pitchFamily="34" charset="-120"/>
              </a:rPr>
              <a:t>1</a:t>
            </a:r>
            <a:endParaRPr lang="ko-KR" sz="1650" dirty="0">
              <a:ea typeface="Pretendard"/>
            </a:endParaRPr>
          </a:p>
        </p:txBody>
      </p:sp>
      <p:sp>
        <p:nvSpPr>
          <p:cNvPr id="12" name="Text 10"/>
          <p:cNvSpPr txBox="1"/>
          <p:nvPr/>
        </p:nvSpPr>
        <p:spPr>
          <a:xfrm>
            <a:off x="1524000" y="2381250"/>
            <a:ext cx="2381250" cy="428625"/>
          </a:xfrm>
          <a:prstGeom prst="rect">
            <a:avLst/>
          </a:prstGeom>
          <a:noFill/>
          <a:ln/>
        </p:spPr>
        <p:txBody>
          <a:bodyPr wrap="square" lIns="0" tIns="0" rIns="0" bIns="0" rtlCol="0" anchor="t"/>
          <a:lstStyle/>
          <a:p>
            <a:pPr algn="l" indent="0" marL="0">
              <a:buNone/>
            </a:pPr>
            <a:r>
              <a:rPr lang="ko-KR" sz="2175" b="1" dirty="0">
                <a:solidFill>
                  <a:srgbClr val="79533C"/>
                </a:solidFill>
                <a:latin typeface="Pretendard" pitchFamily="34" charset="0"/>
                <a:ea typeface="Pretendard" pitchFamily="34" charset="-122"/>
                <a:cs typeface="Pretendard" pitchFamily="34" charset="-120"/>
              </a:rPr>
              <a:t>양식 구성</a:t>
            </a:r>
            <a:endParaRPr lang="ko-KR" sz="2175" dirty="0">
              <a:ea typeface="Pretendard"/>
            </a:endParaRPr>
          </a:p>
        </p:txBody>
      </p:sp>
      <p:sp>
        <p:nvSpPr>
          <p:cNvPr id="13" name="Text 11"/>
          <p:cNvSpPr txBox="1"/>
          <p:nvPr/>
        </p:nvSpPr>
        <p:spPr>
          <a:xfrm>
            <a:off x="4286250" y="2381250"/>
            <a:ext cx="7086600" cy="438150"/>
          </a:xfrm>
          <a:prstGeom prst="rect">
            <a:avLst/>
          </a:prstGeom>
          <a:noFill/>
          <a:ln/>
        </p:spPr>
        <p:txBody>
          <a:bodyPr wrap="square" lIns="0" tIns="0" rIns="0" bIns="0" rtlCol="0" anchor="t"/>
          <a:lstStyle/>
          <a:p>
            <a:pPr algn="l" indent="0" marL="0">
              <a:buNone/>
            </a:pPr>
            <a:r>
              <a:rPr lang="ko-KR" sz="2100" b="1" dirty="0">
                <a:solidFill>
                  <a:srgbClr val="202C3B"/>
                </a:solidFill>
                <a:latin typeface="Pretendard" pitchFamily="34" charset="0"/>
                <a:ea typeface="Pretendard" pitchFamily="34" charset="-122"/>
                <a:cs typeface="Pretendard" pitchFamily="34" charset="-120"/>
              </a:rPr>
              <a:t>어떤 항목을 함께 기록할까요?</a:t>
            </a:r>
            <a:endParaRPr lang="ko-KR" sz="2100" dirty="0">
              <a:ea typeface="Pretendard"/>
            </a:endParaRPr>
          </a:p>
        </p:txBody>
      </p:sp>
      <p:sp>
        <p:nvSpPr>
          <p:cNvPr id="14" name="Text 12"/>
          <p:cNvSpPr txBox="1"/>
          <p:nvPr/>
        </p:nvSpPr>
        <p:spPr>
          <a:xfrm>
            <a:off x="4286250" y="2905125"/>
            <a:ext cx="7086600" cy="400050"/>
          </a:xfrm>
          <a:prstGeom prst="rect">
            <a:avLst/>
          </a:prstGeom>
          <a:noFill/>
          <a:ln/>
        </p:spPr>
        <p:txBody>
          <a:bodyPr wrap="square" lIns="0" tIns="0" rIns="0" bIns="0" rtlCol="0" anchor="t"/>
          <a:lstStyle/>
          <a:p>
            <a:pPr algn="l" indent="0" marL="0">
              <a:buNone/>
            </a:pPr>
            <a:r>
              <a:rPr lang="ko-KR" sz="1800" dirty="0">
                <a:solidFill>
                  <a:srgbClr val="536172"/>
                </a:solidFill>
                <a:latin typeface="Pretendard" pitchFamily="34" charset="0"/>
                <a:ea typeface="Pretendard" pitchFamily="34" charset="-122"/>
                <a:cs typeface="Pretendard" pitchFamily="34" charset="-120"/>
              </a:rPr>
              <a:t>공유 양식에 담을 내용을 논의합니다.</a:t>
            </a:r>
            <a:endParaRPr lang="ko-KR" sz="1800" dirty="0">
              <a:ea typeface="Pretendard"/>
            </a:endParaRPr>
          </a:p>
        </p:txBody>
      </p:sp>
      <p:sp>
        <p:nvSpPr>
          <p:cNvPr id="15" name="Shape 13"/>
          <p:cNvSpPr/>
          <p:nvPr/>
        </p:nvSpPr>
        <p:spPr>
          <a:xfrm>
            <a:off x="723900" y="3686175"/>
            <a:ext cx="419100" cy="419100"/>
          </a:xfrm>
          <a:prstGeom prst="rect">
            <a:avLst/>
          </a:prstGeom>
          <a:solidFill>
            <a:srgbClr val="79533C"/>
          </a:solidFill>
          <a:ln w="12700">
            <a:solidFill>
              <a:srgbClr val="79533C"/>
            </a:solidFill>
            <a:prstDash val="solid"/>
          </a:ln>
        </p:spPr>
      </p:sp>
      <p:sp>
        <p:nvSpPr>
          <p:cNvPr id="16" name="Text 14"/>
          <p:cNvSpPr txBox="1"/>
          <p:nvPr/>
        </p:nvSpPr>
        <p:spPr>
          <a:xfrm>
            <a:off x="828675" y="3752850"/>
            <a:ext cx="266700" cy="285750"/>
          </a:xfrm>
          <a:prstGeom prst="rect">
            <a:avLst/>
          </a:prstGeom>
          <a:noFill/>
          <a:ln/>
        </p:spPr>
        <p:txBody>
          <a:bodyPr wrap="square" lIns="0" tIns="0" rIns="0" bIns="0" rtlCol="0" anchor="t"/>
          <a:lstStyle/>
          <a:p>
            <a:pPr algn="l" indent="0" marL="0">
              <a:buNone/>
            </a:pPr>
            <a:r>
              <a:rPr lang="ko-KR" sz="1650" b="1" dirty="0">
                <a:solidFill>
                  <a:srgbClr val="FFFFFF"/>
                </a:solidFill>
                <a:latin typeface="Pretendard" pitchFamily="34" charset="0"/>
                <a:ea typeface="Pretendard" pitchFamily="34" charset="-122"/>
                <a:cs typeface="Pretendard" pitchFamily="34" charset="-120"/>
              </a:rPr>
              <a:t>2</a:t>
            </a:r>
            <a:endParaRPr lang="ko-KR" sz="1650" dirty="0">
              <a:ea typeface="Pretendard"/>
            </a:endParaRPr>
          </a:p>
        </p:txBody>
      </p:sp>
      <p:sp>
        <p:nvSpPr>
          <p:cNvPr id="17" name="Text 15"/>
          <p:cNvSpPr txBox="1"/>
          <p:nvPr/>
        </p:nvSpPr>
        <p:spPr>
          <a:xfrm>
            <a:off x="1524000" y="3686175"/>
            <a:ext cx="2381250" cy="428625"/>
          </a:xfrm>
          <a:prstGeom prst="rect">
            <a:avLst/>
          </a:prstGeom>
          <a:noFill/>
          <a:ln/>
        </p:spPr>
        <p:txBody>
          <a:bodyPr wrap="square" lIns="0" tIns="0" rIns="0" bIns="0" rtlCol="0" anchor="t"/>
          <a:lstStyle/>
          <a:p>
            <a:pPr algn="l" indent="0" marL="0">
              <a:buNone/>
            </a:pPr>
            <a:r>
              <a:rPr lang="ko-KR" sz="2175" b="1" dirty="0">
                <a:solidFill>
                  <a:srgbClr val="79533C"/>
                </a:solidFill>
                <a:latin typeface="Pretendard" pitchFamily="34" charset="0"/>
                <a:ea typeface="Pretendard" pitchFamily="34" charset="-122"/>
                <a:cs typeface="Pretendard" pitchFamily="34" charset="-120"/>
              </a:rPr>
              <a:t>사용 방법</a:t>
            </a:r>
            <a:endParaRPr lang="ko-KR" sz="2175" dirty="0">
              <a:ea typeface="Pretendard"/>
            </a:endParaRPr>
          </a:p>
        </p:txBody>
      </p:sp>
      <p:sp>
        <p:nvSpPr>
          <p:cNvPr id="18" name="Text 16"/>
          <p:cNvSpPr txBox="1"/>
          <p:nvPr/>
        </p:nvSpPr>
        <p:spPr>
          <a:xfrm>
            <a:off x="4286250" y="3686175"/>
            <a:ext cx="7086600" cy="438150"/>
          </a:xfrm>
          <a:prstGeom prst="rect">
            <a:avLst/>
          </a:prstGeom>
          <a:noFill/>
          <a:ln/>
        </p:spPr>
        <p:txBody>
          <a:bodyPr wrap="square" lIns="0" tIns="0" rIns="0" bIns="0" rtlCol="0" anchor="t"/>
          <a:lstStyle/>
          <a:p>
            <a:pPr algn="l" indent="0" marL="0">
              <a:buNone/>
            </a:pPr>
            <a:r>
              <a:rPr lang="ko-KR" sz="2100" b="1" dirty="0">
                <a:solidFill>
                  <a:srgbClr val="202C3B"/>
                </a:solidFill>
                <a:latin typeface="Pretendard" pitchFamily="34" charset="0"/>
                <a:ea typeface="Pretendard" pitchFamily="34" charset="-122"/>
                <a:cs typeface="Pretendard" pitchFamily="34" charset="-120"/>
              </a:rPr>
              <a:t>어떻게 함께 사용할까요?</a:t>
            </a:r>
            <a:endParaRPr lang="ko-KR" sz="2100" dirty="0">
              <a:ea typeface="Pretendard"/>
            </a:endParaRPr>
          </a:p>
        </p:txBody>
      </p:sp>
      <p:sp>
        <p:nvSpPr>
          <p:cNvPr id="19" name="Text 17"/>
          <p:cNvSpPr txBox="1"/>
          <p:nvPr/>
        </p:nvSpPr>
        <p:spPr>
          <a:xfrm>
            <a:off x="4286250" y="4210050"/>
            <a:ext cx="7086600" cy="400050"/>
          </a:xfrm>
          <a:prstGeom prst="rect">
            <a:avLst/>
          </a:prstGeom>
          <a:noFill/>
          <a:ln/>
        </p:spPr>
        <p:txBody>
          <a:bodyPr wrap="square" lIns="0" tIns="0" rIns="0" bIns="0" rtlCol="0" anchor="t"/>
          <a:lstStyle/>
          <a:p>
            <a:pPr algn="l" indent="0" marL="0">
              <a:buNone/>
            </a:pPr>
            <a:r>
              <a:rPr lang="ko-KR" sz="1800" dirty="0">
                <a:solidFill>
                  <a:srgbClr val="536172"/>
                </a:solidFill>
                <a:latin typeface="Pretendard" pitchFamily="34" charset="0"/>
                <a:ea typeface="Pretendard" pitchFamily="34" charset="-122"/>
                <a:cs typeface="Pretendard" pitchFamily="34" charset="-120"/>
              </a:rPr>
              <a:t>양식을 사용하는 방법을 논의합니다.</a:t>
            </a:r>
            <a:endParaRPr lang="ko-KR" sz="1800" dirty="0">
              <a:ea typeface="Pretendard"/>
            </a:endParaRPr>
          </a:p>
        </p:txBody>
      </p:sp>
      <p:sp>
        <p:nvSpPr>
          <p:cNvPr id="20" name="Shape 18"/>
          <p:cNvSpPr/>
          <p:nvPr/>
        </p:nvSpPr>
        <p:spPr>
          <a:xfrm>
            <a:off x="723900" y="4991100"/>
            <a:ext cx="419100" cy="419100"/>
          </a:xfrm>
          <a:prstGeom prst="rect">
            <a:avLst/>
          </a:prstGeom>
          <a:solidFill>
            <a:srgbClr val="79533C"/>
          </a:solidFill>
          <a:ln w="12700">
            <a:solidFill>
              <a:srgbClr val="79533C"/>
            </a:solidFill>
            <a:prstDash val="solid"/>
          </a:ln>
        </p:spPr>
      </p:sp>
      <p:sp>
        <p:nvSpPr>
          <p:cNvPr id="21" name="Text 19"/>
          <p:cNvSpPr txBox="1"/>
          <p:nvPr/>
        </p:nvSpPr>
        <p:spPr>
          <a:xfrm>
            <a:off x="828675" y="5057775"/>
            <a:ext cx="266700" cy="285750"/>
          </a:xfrm>
          <a:prstGeom prst="rect">
            <a:avLst/>
          </a:prstGeom>
          <a:noFill/>
          <a:ln/>
        </p:spPr>
        <p:txBody>
          <a:bodyPr wrap="square" lIns="0" tIns="0" rIns="0" bIns="0" rtlCol="0" anchor="t"/>
          <a:lstStyle/>
          <a:p>
            <a:pPr algn="l" indent="0" marL="0">
              <a:buNone/>
            </a:pPr>
            <a:r>
              <a:rPr lang="ko-KR" sz="1650" b="1" dirty="0">
                <a:solidFill>
                  <a:srgbClr val="FFFFFF"/>
                </a:solidFill>
                <a:latin typeface="Pretendard" pitchFamily="34" charset="0"/>
                <a:ea typeface="Pretendard" pitchFamily="34" charset="-122"/>
                <a:cs typeface="Pretendard" pitchFamily="34" charset="-120"/>
              </a:rPr>
              <a:t>3</a:t>
            </a:r>
            <a:endParaRPr lang="ko-KR" sz="1650" dirty="0">
              <a:ea typeface="Pretendard"/>
            </a:endParaRPr>
          </a:p>
        </p:txBody>
      </p:sp>
      <p:sp>
        <p:nvSpPr>
          <p:cNvPr id="22" name="Text 20"/>
          <p:cNvSpPr txBox="1"/>
          <p:nvPr/>
        </p:nvSpPr>
        <p:spPr>
          <a:xfrm>
            <a:off x="1524000" y="4991100"/>
            <a:ext cx="2381250" cy="428625"/>
          </a:xfrm>
          <a:prstGeom prst="rect">
            <a:avLst/>
          </a:prstGeom>
          <a:noFill/>
          <a:ln/>
        </p:spPr>
        <p:txBody>
          <a:bodyPr wrap="square" lIns="0" tIns="0" rIns="0" bIns="0" rtlCol="0" anchor="t"/>
          <a:lstStyle/>
          <a:p>
            <a:pPr algn="l" indent="0" marL="0">
              <a:buNone/>
            </a:pPr>
            <a:r>
              <a:rPr lang="ko-KR" sz="2175" b="1" dirty="0">
                <a:solidFill>
                  <a:srgbClr val="79533C"/>
                </a:solidFill>
                <a:latin typeface="Pretendard" pitchFamily="34" charset="0"/>
                <a:ea typeface="Pretendard" pitchFamily="34" charset="-122"/>
                <a:cs typeface="Pretendard" pitchFamily="34" charset="-120"/>
              </a:rPr>
              <a:t>적용 후 확인</a:t>
            </a:r>
            <a:endParaRPr lang="ko-KR" sz="2175" dirty="0">
              <a:ea typeface="Pretendard"/>
            </a:endParaRPr>
          </a:p>
        </p:txBody>
      </p:sp>
      <p:sp>
        <p:nvSpPr>
          <p:cNvPr id="23" name="Text 21"/>
          <p:cNvSpPr txBox="1"/>
          <p:nvPr/>
        </p:nvSpPr>
        <p:spPr>
          <a:xfrm>
            <a:off x="4286250" y="4991100"/>
            <a:ext cx="7086600" cy="438150"/>
          </a:xfrm>
          <a:prstGeom prst="rect">
            <a:avLst/>
          </a:prstGeom>
          <a:noFill/>
          <a:ln/>
        </p:spPr>
        <p:txBody>
          <a:bodyPr wrap="square" lIns="0" tIns="0" rIns="0" bIns="0" rtlCol="0" anchor="t"/>
          <a:lstStyle/>
          <a:p>
            <a:pPr algn="l" indent="0" marL="0">
              <a:buNone/>
            </a:pPr>
            <a:r>
              <a:rPr lang="ko-KR" sz="2100" b="1" dirty="0">
                <a:solidFill>
                  <a:srgbClr val="202C3B"/>
                </a:solidFill>
                <a:latin typeface="Pretendard" pitchFamily="34" charset="0"/>
                <a:ea typeface="Pretendard" pitchFamily="34" charset="-122"/>
                <a:cs typeface="Pretendard" pitchFamily="34" charset="-120"/>
              </a:rPr>
              <a:t>중복 작성이 줄었는지 볼까요?</a:t>
            </a:r>
            <a:endParaRPr lang="ko-KR" sz="2100" dirty="0">
              <a:ea typeface="Pretendard"/>
            </a:endParaRPr>
          </a:p>
        </p:txBody>
      </p:sp>
      <p:sp>
        <p:nvSpPr>
          <p:cNvPr id="24" name="Text 22"/>
          <p:cNvSpPr txBox="1"/>
          <p:nvPr/>
        </p:nvSpPr>
        <p:spPr>
          <a:xfrm>
            <a:off x="4286250" y="5514975"/>
            <a:ext cx="7086600" cy="400050"/>
          </a:xfrm>
          <a:prstGeom prst="rect">
            <a:avLst/>
          </a:prstGeom>
          <a:noFill/>
          <a:ln/>
        </p:spPr>
        <p:txBody>
          <a:bodyPr wrap="square" lIns="0" tIns="0" rIns="0" bIns="0" rtlCol="0" anchor="t"/>
          <a:lstStyle/>
          <a:p>
            <a:pPr algn="l" indent="0" marL="0">
              <a:buNone/>
            </a:pPr>
            <a:r>
              <a:rPr lang="ko-KR" sz="1800" dirty="0">
                <a:solidFill>
                  <a:srgbClr val="536172"/>
                </a:solidFill>
                <a:latin typeface="Pretendard" pitchFamily="34" charset="0"/>
                <a:ea typeface="Pretendard" pitchFamily="34" charset="-122"/>
                <a:cs typeface="Pretendard" pitchFamily="34" charset="-120"/>
              </a:rPr>
              <a:t>효과 확인 방법을 논의합니다.</a:t>
            </a:r>
            <a:endParaRPr lang="ko-KR" sz="1800" dirty="0">
              <a:ea typeface="Pretendard"/>
            </a:endParaRPr>
          </a:p>
        </p:txBody>
      </p:sp>
    </p:spTree>
  </p:cSld>
  <p:clrMapOvr>
    <a:masterClrMapping/>
  </p:clrMapOvr>
</p:sld>
</file>

<file path=ppt/theme/clean-notes-notesMaster1.xml.rels-theme.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회의록 작성 방식 회고</dc:title>
  <dc:subject>짧은 요청 제작 시험</dc:subject>
  <dc:creator>Clean PPT</dc:creator>
  <cp:lastModifiedBy>Clean PPT</cp:lastModifiedBy>
  <cp:revision>1</cp:revision>
  <dcterms:created xsi:type="dcterms:W3CDTF">2026-10-22T02:43:59Z</dcterms:created>
  <dcterms:modified xsi:type="dcterms:W3CDTF">2026-10-22T02:43:59Z</dcterms:modified>
</cp:coreProperties>
</file>