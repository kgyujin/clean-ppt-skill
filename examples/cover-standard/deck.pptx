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clean-notes-notesMaster1.xml.rels-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
		<Relationship Id="rId1" Type="http://schemas.openxmlformats.org/officeDocument/2006/relationships/theme" Target="../theme/clean-notes-notesMaster1.xml.rels-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ko-KR">
                <a:ea typeface="Pretendard"/>
              </a:defRPr>
            </a:lvl1pPr>
          </a:lstStyle>
          <a:p>
            <a:fld id="{5282F153-3F37-0F45-9E97-73ACFA13230C}" type="datetimeFigureOut">
              <a:rPr lang="ko-KR">
                <a:ea typeface="Pretendard"/>
              </a:rPr>
              <a:t>7/23/19</a:t>
            </a:fld>
            <a:endParaRPr lang="ko-KR">
              <a:ea typeface="Pretendard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>
              <a:ea typeface="Pretendard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>
                <a:ea typeface="Pretendard"/>
              </a:rPr>
              <a:t>Click to edit Master text styles</a:t>
            </a:r>
          </a:p>
          <a:p>
            <a:pPr lvl="1"/>
            <a:r>
              <a:rPr lang="ko-KR">
                <a:ea typeface="Pretendard"/>
              </a:rPr>
              <a:t>Second level</a:t>
            </a:r>
          </a:p>
          <a:p>
            <a:pPr lvl="2"/>
            <a:r>
              <a:rPr lang="ko-KR">
                <a:ea typeface="Pretendard"/>
              </a:rPr>
              <a:t>Third level</a:t>
            </a:r>
          </a:p>
          <a:p>
            <a:pPr lvl="3"/>
            <a:r>
              <a:rPr lang="ko-KR">
                <a:ea typeface="Pretendard"/>
              </a:rPr>
              <a:t>Fourth level</a:t>
            </a:r>
          </a:p>
          <a:p>
            <a:pPr lvl="4"/>
            <a:r>
              <a:rPr lang="ko-KR">
                <a:ea typeface="Pretendard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ko-KR">
                <a:ea typeface="Pretendard"/>
              </a:defRPr>
            </a:lvl1pPr>
          </a:lstStyle>
          <a:p>
            <a:fld id="{CE5E9CC1-C706-0F49-92D6-E571CC5EEA8F}" type="slidenum">
              <a:rPr lang="ko-KR">
                <a:ea typeface="Pretendard"/>
              </a:rPr>
              <a:t>‹#›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표지는 제목과 부제, 발표자 정보만 배치합니다. 입력 자료의 정확한 이름과 소속으로 바꾸세요. 본문 목차와 성과는 표지에 덧붙이지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ko-KR">
          <a:solidFill>
            <a:schemeClr val="tx1"/>
          </a:solidFill>
          <a:latin typeface="+mj-lt"/>
          <a:ea typeface="Pretendard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9pPr>
    </p:bodyStyle>
    <p:otherStyle>
      <a:defPPr>
        <a:defRPr lang="ko-KR">
          <a:ea typeface="Pretendard"/>
        </a:defRPr>
      </a:defPPr>
      <a:lvl1pPr marL="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457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914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371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18288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2860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743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200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657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552450"/>
            <a:ext cx="10972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개선 제안</a:t>
            </a:r>
            <a:endParaRPr lang="ko-KR" sz="165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09600" y="2076450"/>
            <a:ext cx="10972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5700" b="1" dirty="0">
                <a:solidFill>
                  <a:srgbClr val="22283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</a:t>
            </a:r>
            <a:endParaRPr lang="ko-KR" sz="5700" dirty="0">
              <a:ea typeface="Pretendard"/>
            </a:endParaRPr>
          </a:p>
          <a:p>
            <a:pPr algn="l" indent="0" marL="0">
              <a:buNone/>
            </a:pPr>
            <a:r>
              <a:rPr lang="ko-KR" sz="5700" b="1" dirty="0">
                <a:solidFill>
                  <a:srgbClr val="22283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제안</a:t>
            </a:r>
            <a:endParaRPr lang="ko-KR" sz="57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7700" y="4295775"/>
            <a:ext cx="1047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400" dirty="0">
                <a:solidFill>
                  <a:srgbClr val="6068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안내문을 활용한 답변 초안</a:t>
            </a:r>
            <a:endParaRPr lang="ko-KR" sz="2400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7700" y="5334000"/>
            <a:ext cx="10934700" cy="0"/>
          </a:xfrm>
          <a:prstGeom prst="line">
            <a:avLst/>
          </a:prstGeom>
          <a:noFill/>
          <a:ln w="19050">
            <a:solidFill>
              <a:srgbClr val="C5C9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7700" y="5734050"/>
            <a:ext cx="1047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22283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이름  /  소속</a:t>
            </a:r>
            <a:endParaRPr lang="ko-KR" sz="1800" dirty="0">
              <a:ea typeface="Pretendard"/>
            </a:endParaRPr>
          </a:p>
        </p:txBody>
      </p:sp>
    </p:spTree>
  </p:cSld>
  <p:clrMapOvr>
    <a:masterClrMapping/>
  </p:clrMapOvr>
</p:sld>
</file>

<file path=ppt/theme/clean-notes-notesMaster1.xml.rels-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기본 표지</dc:title>
  <dc:subject/>
  <dc:creator>Clean PPT</dc:creator>
  <cp:lastModifiedBy>Clean PPT</cp:lastModifiedBy>
  <cp:revision>1</cp:revision>
  <dcterms:created xsi:type="dcterms:W3CDTF">2026-10-22T03:54:48Z</dcterms:created>
  <dcterms:modified xsi:type="dcterms:W3CDTF">2026-10-22T03:54:48Z</dcterms:modified>
</cp:coreProperties>
</file>