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clean-notes-notesMaster1.xml.rels-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800" kern="1200" lang="ko-KR">
        <a:solidFill>
          <a:schemeClr val="tx1"/>
        </a:solidFill>
        <a:latin typeface="+mn-lt"/>
        <a:ea typeface="Pretendard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
		<Relationship Id="rId1" Type="http://schemas.openxmlformats.org/officeDocument/2006/relationships/theme" Target="../theme/clean-notes-notesMaster1.xml.rels-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ko-KR">
                <a:ea typeface="Pretendard"/>
              </a:defRPr>
            </a:lvl1pPr>
          </a:lstStyle>
          <a:p>
            <a:fld id="{5282F153-3F37-0F45-9E97-73ACFA13230C}" type="datetimeFigureOut">
              <a:rPr lang="ko-KR">
                <a:ea typeface="Pretendard"/>
              </a:rPr>
              <a:t>7/23/19</a:t>
            </a:fld>
            <a:endParaRPr lang="ko-KR">
              <a:ea typeface="Pretendard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>
              <a:ea typeface="Pretendard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>
                <a:ea typeface="Pretendard"/>
              </a:rPr>
              <a:t>Click to edit Master text styles</a:t>
            </a:r>
          </a:p>
          <a:p>
            <a:pPr lvl="1"/>
            <a:r>
              <a:rPr lang="ko-KR">
                <a:ea typeface="Pretendard"/>
              </a:rPr>
              <a:t>Second level</a:t>
            </a:r>
          </a:p>
          <a:p>
            <a:pPr lvl="2"/>
            <a:r>
              <a:rPr lang="ko-KR">
                <a:ea typeface="Pretendard"/>
              </a:rPr>
              <a:t>Third level</a:t>
            </a:r>
          </a:p>
          <a:p>
            <a:pPr lvl="3"/>
            <a:r>
              <a:rPr lang="ko-KR">
                <a:ea typeface="Pretendard"/>
              </a:rPr>
              <a:t>Fourth level</a:t>
            </a:r>
          </a:p>
          <a:p>
            <a:pPr lvl="4"/>
            <a:r>
              <a:rPr lang="ko-KR">
                <a:ea typeface="Pretendard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ko-KR">
                <a:ea typeface="Pretendard"/>
              </a:defRPr>
            </a:lvl1pPr>
          </a:lstStyle>
          <a:p>
            <a:endParaRPr lang="ko-KR">
              <a:ea typeface="Pretendard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ko-KR">
                <a:ea typeface="Pretendard"/>
              </a:defRPr>
            </a:lvl1pPr>
          </a:lstStyle>
          <a:p>
            <a:fld id="{CE5E9CC1-C706-0F49-92D6-E571CC5EEA8F}" type="slidenum">
              <a:rPr lang="ko-KR">
                <a:ea typeface="Pretendard"/>
              </a:rPr>
              <a:t>‹#›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1pPr>
    <a:lvl2pPr marL="457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2pPr>
    <a:lvl3pPr marL="914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3pPr>
    <a:lvl4pPr marL="1371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4pPr>
    <a:lvl5pPr marL="18288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5pPr>
    <a:lvl6pPr marL="22860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6pPr>
    <a:lvl7pPr marL="27432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7pPr>
    <a:lvl8pPr marL="32004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8pPr>
    <a:lvl9pPr marL="3657600" algn="l" defTabSz="914400" rtl="0" eaLnBrk="1" latinLnBrk="0" hangingPunct="1">
      <a:defRPr sz="1200" kern="1200" lang="ko-KR">
        <a:solidFill>
          <a:schemeClr val="tx1"/>
        </a:solidFill>
        <a:latin typeface="+mn-lt"/>
        <a:ea typeface="Pretendard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사내 문서 검색 제안. 반복 질문을 관련 안내문과 연결하는 작은 시험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1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문서 탐색 방식의 변화. 확인 기준은 유지하고, 자료를 찾는 순서를 바꿉니다.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2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ea typeface="Pretendard"/>
              </a:rPr>
              <a:t>질문부터 최종 확인까지. 기계가 찾고 작성한 내용은 담당자가 확인합니다. 제안 단계이므로 성과 수치로 설명하지 않습니다.</a:t>
            </a:r>
            <a:endParaRPr lang="ko-KR" dirty="0"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>
                <a:ea typeface="Pretendard"/>
              </a:rPr>
              <a:t>3</a:t>
            </a:fld>
            <a:endParaRPr lang="ko-KR"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ko-KR">
          <a:solidFill>
            <a:schemeClr val="tx1"/>
          </a:solidFill>
          <a:latin typeface="+mj-lt"/>
          <a:ea typeface="Pretendard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lang="ko-KR">
          <a:solidFill>
            <a:schemeClr val="tx1"/>
          </a:solidFill>
          <a:latin typeface="+mn-lt"/>
          <a:ea typeface="Pretendard"/>
          <a:cs typeface="+mn-cs"/>
        </a:defRPr>
      </a:lvl9pPr>
    </p:bodyStyle>
    <p:otherStyle>
      <a:defPPr>
        <a:defRPr lang="ko-KR">
          <a:ea typeface="Pretendard"/>
        </a:defRPr>
      </a:defPPr>
      <a:lvl1pPr marL="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1pPr>
      <a:lvl2pPr marL="457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2pPr>
      <a:lvl3pPr marL="914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3pPr>
      <a:lvl4pPr marL="1371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4pPr>
      <a:lvl5pPr marL="18288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5pPr>
      <a:lvl6pPr marL="22860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6pPr>
      <a:lvl7pPr marL="27432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7pPr>
      <a:lvl8pPr marL="32004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8pPr>
      <a:lvl9pPr marL="3657600" algn="l" defTabSz="914400" rtl="0" eaLnBrk="1" latinLnBrk="0" hangingPunct="1">
        <a:defRPr sz="1800" kern="1200" lang="ko-KR">
          <a:solidFill>
            <a:schemeClr val="tx1"/>
          </a:solidFill>
          <a:latin typeface="+mn-lt"/>
          <a:ea typeface="Pretendard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에디토리얼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</a:t>
            </a:r>
            <a:endParaRPr lang="ko-KR" sz="21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질문을 관련 안내문과 연결하는 작은 시험</a:t>
            </a:r>
            <a:endParaRPr lang="ko-KR" sz="1725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9600" y="2457450"/>
            <a:ext cx="61531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46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질문에서</a:t>
            </a:r>
            <a:endParaRPr lang="ko-KR" sz="4650" dirty="0">
              <a:ea typeface="Pretendard"/>
            </a:endParaRPr>
          </a:p>
          <a:p>
            <a:pPr algn="l" indent="0" marL="0">
              <a:buNone/>
            </a:pPr>
            <a:r>
              <a:rPr lang="ko-KR" sz="46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있는 초안까지</a:t>
            </a:r>
            <a:endParaRPr lang="ko-KR" sz="465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09600" y="4543425"/>
            <a:ext cx="56197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문서를 찾고, 출처를 확인한 뒤</a:t>
            </a:r>
            <a:endParaRPr lang="ko-KR" sz="2025" dirty="0">
              <a:ea typeface="Pretendard"/>
            </a:endParaRPr>
          </a:p>
          <a:p>
            <a:pPr algn="l" indent="0" marL="0">
              <a:buNone/>
            </a:pPr>
            <a:r>
              <a:rPr lang="ko-KR" sz="202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답변을 검토합니다.</a:t>
            </a:r>
            <a:endParaRPr lang="ko-KR" sz="2025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91400" y="2324100"/>
            <a:ext cx="4191000" cy="3371850"/>
          </a:xfrm>
          <a:prstGeom prst="rect">
            <a:avLst/>
          </a:prstGeom>
          <a:solidFill>
            <a:srgbClr val="F0F4F9"/>
          </a:solidFill>
          <a:ln w="12700">
            <a:solidFill>
              <a:srgbClr val="F0F4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96200" y="2581275"/>
            <a:ext cx="3524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1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계획</a:t>
            </a:r>
            <a:endParaRPr lang="ko-KR" sz="2100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696200" y="3200400"/>
            <a:ext cx="3524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30개 문서 · 계획</a:t>
            </a:r>
            <a:endParaRPr lang="ko-KR" sz="2400" dirty="0">
              <a:ea typeface="Pretendard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696200" y="3800475"/>
            <a:ext cx="3524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3명 참여 · 계획</a:t>
            </a:r>
            <a:endParaRPr lang="ko-KR" sz="240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696200" y="4400550"/>
            <a:ext cx="3524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4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검토 · 계획</a:t>
            </a:r>
            <a:endParaRPr lang="ko-KR" sz="240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696200" y="5143500"/>
            <a:ext cx="352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650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안내문부터 시작</a:t>
            </a:r>
            <a:endParaRPr lang="ko-KR" sz="1650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에디토리얼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탐색 방식의 변화</a:t>
            </a:r>
            <a:endParaRPr lang="ko-KR" sz="33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기준은 유지하고, 자료를 찾는 순서를 바꿉니다.</a:t>
            </a:r>
            <a:endParaRPr lang="ko-KR" sz="1725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9600" y="2438400"/>
            <a:ext cx="285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0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탐색의</a:t>
            </a:r>
            <a:endParaRPr lang="ko-KR" sz="3000" dirty="0">
              <a:ea typeface="Pretendard"/>
            </a:endParaRPr>
          </a:p>
          <a:p>
            <a:pPr algn="l" indent="0" marL="0">
              <a:buNone/>
            </a:pPr>
            <a:r>
              <a:rPr lang="ko-KR" sz="30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변화</a:t>
            </a:r>
            <a:endParaRPr lang="ko-KR" sz="3000" dirty="0">
              <a:ea typeface="Pretendard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09600" y="3629025"/>
            <a:ext cx="276225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제안은 정보 탐색을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돕는 범위입니다.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판단은 사람이 합니다.</a:t>
            </a:r>
            <a:endParaRPr lang="ko-KR" sz="1875" dirty="0">
              <a:ea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019550" y="2305050"/>
            <a:ext cx="3333750" cy="571500"/>
          </a:xfrm>
          <a:prstGeom prst="rect">
            <a:avLst/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48150" y="2438400"/>
            <a:ext cx="290512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방식 · 가정</a:t>
            </a:r>
            <a:endParaRPr lang="ko-KR" sz="1950" dirty="0">
              <a:ea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81900" y="2305050"/>
            <a:ext cx="4000500" cy="571500"/>
          </a:xfrm>
          <a:prstGeom prst="rect">
            <a:avLst/>
          </a:prstGeom>
          <a:solidFill>
            <a:srgbClr val="2459A6"/>
          </a:solidFill>
          <a:ln w="12700">
            <a:solidFill>
              <a:srgbClr val="2459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0500" y="2438400"/>
            <a:ext cx="3524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방식</a:t>
            </a:r>
            <a:endParaRPr lang="ko-KR" sz="1950" dirty="0">
              <a:ea typeface="Pretendard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248150" y="31432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위치를 직접 확인</a:t>
            </a:r>
            <a:endParaRPr lang="ko-KR" sz="1875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810500" y="3143250"/>
            <a:ext cx="352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관련된 문서 조회</a:t>
            </a:r>
            <a:endParaRPr lang="ko-KR" sz="1875" dirty="0">
              <a:ea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019550" y="3981450"/>
            <a:ext cx="756285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48150" y="42100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답변과 문서를 따로 확인</a:t>
            </a:r>
            <a:endParaRPr lang="ko-KR" sz="1875" dirty="0">
              <a:ea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810500" y="4210050"/>
            <a:ext cx="352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초안에 출처 함께 표시</a:t>
            </a:r>
            <a:endParaRPr lang="ko-KR" sz="1875" dirty="0">
              <a:ea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19550" y="5048250"/>
            <a:ext cx="756285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48150" y="5276850"/>
            <a:ext cx="285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담당자가 답변 판단</a:t>
            </a:r>
            <a:endParaRPr lang="ko-KR" sz="1875" dirty="0">
              <a:ea typeface="Pretendard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810500" y="5276850"/>
            <a:ext cx="3524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담당자의 최종 검토 유지</a:t>
            </a:r>
            <a:endParaRPr lang="ko-KR" sz="1875" dirty="0">
              <a:ea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19550" y="6115050"/>
            <a:ext cx="756285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09600" y="285750"/>
            <a:ext cx="762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2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PPT   /   에디토리얼</a:t>
            </a:r>
            <a:endParaRPr lang="ko-KR" sz="1200" dirty="0">
              <a:ea typeface="Pretendard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7620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30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질문부터 최종 확인까지</a:t>
            </a:r>
            <a:endParaRPr lang="ko-KR" sz="3300" dirty="0">
              <a:ea typeface="Pretendar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09600" y="154305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7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기계가 찾고 작성한 내용은 담당자가 확인합니다.</a:t>
            </a:r>
            <a:endParaRPr lang="ko-KR" sz="1725" dirty="0">
              <a:ea typeface="Pretendard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09600" y="2447925"/>
            <a:ext cx="2333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0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3000" dirty="0">
              <a:ea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3105150"/>
            <a:ext cx="233362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600" y="3400425"/>
            <a:ext cx="2333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입력</a:t>
            </a:r>
            <a:endParaRPr lang="ko-KR" sz="2250" dirty="0">
              <a:ea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09600" y="4000500"/>
            <a:ext cx="233362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내용을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자연어로 전달</a:t>
            </a:r>
            <a:endParaRPr lang="ko-KR" sz="1875" dirty="0">
              <a:ea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86150" y="2447925"/>
            <a:ext cx="2333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0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3000" dirty="0"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86150" y="3105150"/>
            <a:ext cx="233362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86150" y="3400425"/>
            <a:ext cx="2333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조회</a:t>
            </a:r>
            <a:endParaRPr lang="ko-KR" sz="2250" dirty="0">
              <a:ea typeface="Pretendard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86150" y="4000500"/>
            <a:ext cx="233362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관련된 공개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안내문 검색</a:t>
            </a:r>
            <a:endParaRPr lang="ko-KR" sz="1875" dirty="0">
              <a:ea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362700" y="2447925"/>
            <a:ext cx="2333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0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3000" dirty="0"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62700" y="3105150"/>
            <a:ext cx="233362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2700" y="3400425"/>
            <a:ext cx="2333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초안 작성</a:t>
            </a:r>
            <a:endParaRPr lang="ko-KR" sz="2250" dirty="0">
              <a:ea typeface="Pretendard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62700" y="4000500"/>
            <a:ext cx="233362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함께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제시하는 답변</a:t>
            </a:r>
            <a:endParaRPr lang="ko-KR" sz="1875" dirty="0">
              <a:ea typeface="Pretendard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239250" y="2447925"/>
            <a:ext cx="2333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30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3000" dirty="0">
              <a:ea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250" y="3105150"/>
            <a:ext cx="233362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9250" y="3400425"/>
            <a:ext cx="2333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2250" b="1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검토</a:t>
            </a:r>
            <a:endParaRPr lang="ko-KR" sz="2250" dirty="0">
              <a:ea typeface="Pretendard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239250" y="4000500"/>
            <a:ext cx="233362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내용과 근거를</a:t>
            </a:r>
            <a:endParaRPr lang="ko-KR" sz="1875" dirty="0">
              <a:ea typeface="Pretendard"/>
            </a:endParaRPr>
          </a:p>
          <a:p>
            <a:pPr algn="l" indent="0" marL="0">
              <a:buNone/>
            </a:pPr>
            <a:r>
              <a:rPr lang="ko-KR" sz="1875" dirty="0">
                <a:solidFill>
                  <a:srgbClr val="202C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확인</a:t>
            </a:r>
            <a:endParaRPr lang="ko-KR" sz="1875" dirty="0">
              <a:ea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000375" y="2686050"/>
            <a:ext cx="31432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76925" y="2686050"/>
            <a:ext cx="31432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53475" y="2686050"/>
            <a:ext cx="314325" cy="0"/>
          </a:xfrm>
          <a:prstGeom prst="line">
            <a:avLst/>
          </a:prstGeom>
          <a:noFill/>
          <a:ln w="19050">
            <a:solidFill>
              <a:srgbClr val="2459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9600" y="5381625"/>
            <a:ext cx="10972800" cy="590550"/>
          </a:xfrm>
          <a:prstGeom prst="rect">
            <a:avLst/>
          </a:prstGeom>
          <a:solidFill>
            <a:srgbClr val="F0F4F9"/>
          </a:solidFill>
          <a:ln w="12700">
            <a:solidFill>
              <a:srgbClr val="F0F4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8200" y="5524500"/>
            <a:ext cx="1051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800" b="1" dirty="0">
                <a:solidFill>
                  <a:srgbClr val="2459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제외 범위  |  권한 문서와 자동 의사결정</a:t>
            </a:r>
            <a:endParaRPr lang="ko-KR" sz="1800" dirty="0">
              <a:ea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9600" y="6305550"/>
            <a:ext cx="10972800" cy="0"/>
          </a:xfrm>
          <a:prstGeom prst="line">
            <a:avLst/>
          </a:prstGeom>
          <a:noFill/>
          <a:ln w="19050">
            <a:solidFill>
              <a:srgbClr val="C7D0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9600" y="6486525"/>
            <a:ext cx="8572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97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사내 문서 검색 제안  /  가상 기획 예제 · 실측 결과 아님</a:t>
            </a:r>
            <a:endParaRPr lang="ko-KR" sz="975" dirty="0">
              <a:ea typeface="Pretendard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0858500" y="6477000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sz="1125" dirty="0">
                <a:solidFill>
                  <a:srgbClr val="53617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03</a:t>
            </a:r>
            <a:endParaRPr lang="ko-KR" sz="1125" dirty="0">
              <a:ea typeface="Pretendard"/>
            </a:endParaRPr>
          </a:p>
        </p:txBody>
      </p:sp>
    </p:spTree>
  </p:cSld>
  <p:clrMapOvr>
    <a:masterClrMapping/>
  </p:clrMapOvr>
</p:sld>
</file>

<file path=ppt/theme/clean-notes-notesMaster1.xml.rels-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에디토리얼 스타일 예제</dc:title>
  <dc:subject>가상 기획 제안</dc:subject>
  <dc:creator>Clean PPT</dc:creator>
  <cp:lastModifiedBy>Clean PPT</cp:lastModifiedBy>
  <cp:revision>1</cp:revision>
  <dcterms:created xsi:type="dcterms:W3CDTF">2026-10-22T02:46:25Z</dcterms:created>
  <dcterms:modified xsi:type="dcterms:W3CDTF">2026-10-22T02:46:25Z</dcterms:modified>
</cp:coreProperties>
</file>