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clean-notes-notesMaster1.xml.rels-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
		<Relationship Id="rId1" Type="http://schemas.openxmlformats.org/officeDocument/2006/relationships/theme" Target="../theme/clean-notes-notesMaster1.xml.rels-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ko-KR">
                <a:ea typeface="Pretendard"/>
              </a:defRPr>
            </a:lvl1pPr>
          </a:lstStyle>
          <a:p>
            <a:fld id="{5282F153-3F37-0F45-9E97-73ACFA13230C}" type="datetimeFigureOut">
              <a:rPr lang="ko-KR">
                <a:ea typeface="Pretendard"/>
              </a:rPr>
              <a:t>7/23/19</a:t>
            </a:fld>
            <a:endParaRPr lang="ko-KR">
              <a:ea typeface="Pretendard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>
              <a:ea typeface="Pretendard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>
                <a:ea typeface="Pretendard"/>
              </a:rPr>
              <a:t>Click to edit Master text styles</a:t>
            </a:r>
          </a:p>
          <a:p>
            <a:pPr lvl="1"/>
            <a:r>
              <a:rPr lang="ko-KR">
                <a:ea typeface="Pretendard"/>
              </a:rPr>
              <a:t>Second level</a:t>
            </a:r>
          </a:p>
          <a:p>
            <a:pPr lvl="2"/>
            <a:r>
              <a:rPr lang="ko-KR">
                <a:ea typeface="Pretendard"/>
              </a:rPr>
              <a:t>Third level</a:t>
            </a:r>
          </a:p>
          <a:p>
            <a:pPr lvl="3"/>
            <a:r>
              <a:rPr lang="ko-KR">
                <a:ea typeface="Pretendard"/>
              </a:rPr>
              <a:t>Fourth level</a:t>
            </a:r>
          </a:p>
          <a:p>
            <a:pPr lvl="4"/>
            <a:r>
              <a:rPr lang="ko-KR">
                <a:ea typeface="Pretendard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ko-KR">
                <a:ea typeface="Pretendard"/>
              </a:defRPr>
            </a:lvl1pPr>
          </a:lstStyle>
          <a:p>
            <a:fld id="{CE5E9CC1-C706-0F49-92D6-E571CC5EEA8F}" type="slidenum">
              <a:rPr lang="ko-KR">
                <a:ea typeface="Pretendard"/>
              </a:rPr>
              <a:t>‹#›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사내 문서 검색 제안. 공개 안내문을 근거로 답변 초안을 구성합니다.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1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검토 대상과 제외 범위. 사용자에게 보여 줄 근거와 책임을 구분합니다.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2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처리 흐름과 확인 지점. 도구의 결과를 바로 확정 답변으로 취급하지 않습니다.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3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ko-KR">
          <a:solidFill>
            <a:schemeClr val="tx1"/>
          </a:solidFill>
          <a:latin typeface="+mj-lt"/>
          <a:ea typeface="Pretendard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9pPr>
    </p:bodyStyle>
    <p:otherStyle>
      <a:defPPr>
        <a:defRPr lang="ko-KR">
          <a:ea typeface="Pretendard"/>
        </a:defRPr>
      </a:defPPr>
      <a:lvl1pPr marL="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457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914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371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18288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2860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743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200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657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57400" cy="6858000"/>
          </a:xfrm>
          <a:prstGeom prst="rect">
            <a:avLst/>
          </a:prstGeom>
          <a:solidFill>
            <a:srgbClr val="EFF6F6"/>
          </a:solidFill>
          <a:ln w="12700">
            <a:solidFill>
              <a:srgbClr val="EF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04800" y="419100"/>
            <a:ext cx="1466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350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 LAB</a:t>
            </a:r>
            <a:endParaRPr lang="ko-KR" sz="135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304800" y="195262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650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04800" y="2305050"/>
            <a:ext cx="152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개요</a:t>
            </a:r>
            <a:endParaRPr lang="ko-KR" sz="172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04800" y="286702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65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04800" y="3219450"/>
            <a:ext cx="152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비교</a:t>
            </a:r>
            <a:endParaRPr lang="ko-KR" sz="1725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04800" y="378142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650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04800" y="4133850"/>
            <a:ext cx="152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흐름</a:t>
            </a:r>
            <a:endParaRPr lang="ko-KR" sz="1725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04800" y="563880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예제</a:t>
            </a:r>
            <a:endParaRPr lang="ko-KR" sz="150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590800" y="762000"/>
            <a:ext cx="89916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</a:t>
            </a:r>
            <a:endParaRPr lang="ko-KR" sz="330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590800" y="1543050"/>
            <a:ext cx="899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안내문을 근거로 답변 초안을 구성합니다.</a:t>
            </a:r>
            <a:endParaRPr lang="ko-KR" sz="1725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590800" y="2362200"/>
            <a:ext cx="847725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4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검색과 생성 사이에</a:t>
            </a:r>
            <a:endParaRPr lang="ko-KR" sz="3450" dirty="0">
              <a:ea typeface="Pretendard"/>
            </a:endParaRPr>
          </a:p>
          <a:p>
            <a:pPr algn="l" indent="0" marL="0">
              <a:buNone/>
            </a:pPr>
            <a:r>
              <a:rPr lang="ko-KR" sz="34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가능한 근거</a:t>
            </a:r>
            <a:endParaRPr lang="ko-KR" sz="3450" dirty="0"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90800" y="3905250"/>
            <a:ext cx="2667000" cy="1447800"/>
          </a:xfrm>
          <a:prstGeom prst="rect">
            <a:avLst/>
          </a:prstGeom>
          <a:solidFill>
            <a:srgbClr val="EFF6F6"/>
          </a:solidFill>
          <a:ln w="12700">
            <a:solidFill>
              <a:srgbClr val="EFF6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19400" y="4133850"/>
            <a:ext cx="220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문서</a:t>
            </a:r>
            <a:endParaRPr lang="ko-KR" sz="2175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2819400" y="4676775"/>
            <a:ext cx="2209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문서는 제외</a:t>
            </a:r>
            <a:endParaRPr lang="ko-KR" sz="1725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753100" y="3905250"/>
            <a:ext cx="2667000" cy="1447800"/>
          </a:xfrm>
          <a:prstGeom prst="rect">
            <a:avLst/>
          </a:prstGeom>
          <a:solidFill>
            <a:srgbClr val="EFF6F6"/>
          </a:solidFill>
          <a:ln w="12700">
            <a:solidFill>
              <a:srgbClr val="EFF6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81700" y="4133850"/>
            <a:ext cx="220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표시</a:t>
            </a:r>
            <a:endParaRPr lang="ko-KR" sz="2175" dirty="0">
              <a:ea typeface="Pretendard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981700" y="4676775"/>
            <a:ext cx="2209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초안과 근거 연결</a:t>
            </a:r>
            <a:endParaRPr lang="ko-KR" sz="1725" dirty="0">
              <a:ea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915400" y="3905250"/>
            <a:ext cx="2667000" cy="1447800"/>
          </a:xfrm>
          <a:prstGeom prst="rect">
            <a:avLst/>
          </a:prstGeom>
          <a:solidFill>
            <a:srgbClr val="EFF6F6"/>
          </a:solidFill>
          <a:ln w="12700">
            <a:solidFill>
              <a:srgbClr val="EFF6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0" y="4133850"/>
            <a:ext cx="220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검토</a:t>
            </a:r>
            <a:endParaRPr lang="ko-KR" sz="2175" dirty="0">
              <a:ea typeface="Pretendard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144000" y="4676775"/>
            <a:ext cx="2209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내용 확인</a:t>
            </a:r>
            <a:endParaRPr lang="ko-KR" sz="1725" dirty="0">
              <a:ea typeface="Pretendard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2590800" y="5734050"/>
            <a:ext cx="8991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계획: 문서 30개 · 직원 3명 · 2주 시험</a:t>
            </a:r>
            <a:endParaRPr lang="ko-KR" sz="1725" dirty="0">
              <a:ea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590800" y="6305550"/>
            <a:ext cx="89916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908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57400" cy="6858000"/>
          </a:xfrm>
          <a:prstGeom prst="rect">
            <a:avLst/>
          </a:prstGeom>
          <a:solidFill>
            <a:srgbClr val="EFF6F6"/>
          </a:solidFill>
          <a:ln w="12700">
            <a:solidFill>
              <a:srgbClr val="EF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04800" y="419100"/>
            <a:ext cx="1466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350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 LAB</a:t>
            </a:r>
            <a:endParaRPr lang="ko-KR" sz="135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304800" y="195262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650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04800" y="2305050"/>
            <a:ext cx="152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개요</a:t>
            </a:r>
            <a:endParaRPr lang="ko-KR" sz="172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04800" y="286702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65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04800" y="3219450"/>
            <a:ext cx="152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비교</a:t>
            </a:r>
            <a:endParaRPr lang="ko-KR" sz="1725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04800" y="378142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650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04800" y="4133850"/>
            <a:ext cx="152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흐름</a:t>
            </a:r>
            <a:endParaRPr lang="ko-KR" sz="1725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04800" y="563880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예제</a:t>
            </a:r>
            <a:endParaRPr lang="ko-KR" sz="150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590800" y="762000"/>
            <a:ext cx="89916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대상과 제외 범위</a:t>
            </a:r>
            <a:endParaRPr lang="ko-KR" sz="330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590800" y="1543050"/>
            <a:ext cx="899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사용자에게 보여 줄 근거와 책임을 구분합니다.</a:t>
            </a:r>
            <a:endParaRPr lang="ko-KR" sz="1725" dirty="0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90800" y="2324100"/>
            <a:ext cx="8991600" cy="552450"/>
          </a:xfrm>
          <a:prstGeom prst="rect">
            <a:avLst/>
          </a:prstGeom>
          <a:solidFill>
            <a:srgbClr val="17666C"/>
          </a:solidFill>
          <a:ln w="12700">
            <a:solidFill>
              <a:srgbClr val="17666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19400" y="2466975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</a:t>
            </a:r>
            <a:endParaRPr lang="ko-KR" sz="1800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924550" y="2466975"/>
            <a:ext cx="542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설계</a:t>
            </a:r>
            <a:endParaRPr lang="ko-KR" sz="1800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2819400" y="3067050"/>
            <a:ext cx="2571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대상</a:t>
            </a:r>
            <a:endParaRPr lang="ko-KR" sz="1950" dirty="0">
              <a:ea typeface="Pretendard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924550" y="3067050"/>
            <a:ext cx="542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사내 안내문</a:t>
            </a:r>
            <a:endParaRPr lang="ko-KR" sz="1950" dirty="0">
              <a:ea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90800" y="3676650"/>
            <a:ext cx="89916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19400" y="3810000"/>
            <a:ext cx="2571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범위</a:t>
            </a:r>
            <a:endParaRPr lang="ko-KR" sz="1950" dirty="0">
              <a:ea typeface="Pretendard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924550" y="3810000"/>
            <a:ext cx="542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권한이 필요한 문서</a:t>
            </a:r>
            <a:endParaRPr lang="ko-KR" sz="1950" dirty="0"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590800" y="4419600"/>
            <a:ext cx="89916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19400" y="4552950"/>
            <a:ext cx="2571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형태</a:t>
            </a:r>
            <a:endParaRPr lang="ko-KR" sz="1950" dirty="0">
              <a:ea typeface="Pretendard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924550" y="4552950"/>
            <a:ext cx="542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참고한 문서가 연결된 초안</a:t>
            </a:r>
            <a:endParaRPr lang="ko-KR" sz="1950" dirty="0">
              <a:ea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590800" y="5162550"/>
            <a:ext cx="89916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19400" y="5295900"/>
            <a:ext cx="2571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사람의 역할</a:t>
            </a:r>
            <a:endParaRPr lang="ko-KR" sz="1950" dirty="0">
              <a:ea typeface="Pretendard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5924550" y="5295900"/>
            <a:ext cx="542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출처와 내용 확인 후 사용</a:t>
            </a:r>
            <a:endParaRPr lang="ko-KR" sz="1950" dirty="0">
              <a:ea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590800" y="5905500"/>
            <a:ext cx="89916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90800" y="6305550"/>
            <a:ext cx="89916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5908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57400" cy="6858000"/>
          </a:xfrm>
          <a:prstGeom prst="rect">
            <a:avLst/>
          </a:prstGeom>
          <a:solidFill>
            <a:srgbClr val="EFF6F6"/>
          </a:solidFill>
          <a:ln w="12700">
            <a:solidFill>
              <a:srgbClr val="EF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04800" y="419100"/>
            <a:ext cx="1466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350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 LAB</a:t>
            </a:r>
            <a:endParaRPr lang="ko-KR" sz="135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304800" y="195262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650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04800" y="2305050"/>
            <a:ext cx="152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개요</a:t>
            </a:r>
            <a:endParaRPr lang="ko-KR" sz="172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04800" y="286702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65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04800" y="3219450"/>
            <a:ext cx="152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비교</a:t>
            </a:r>
            <a:endParaRPr lang="ko-KR" sz="1725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04800" y="378142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650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04800" y="4133850"/>
            <a:ext cx="152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흐름</a:t>
            </a:r>
            <a:endParaRPr lang="ko-KR" sz="1725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04800" y="563880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예제</a:t>
            </a:r>
            <a:endParaRPr lang="ko-KR" sz="150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590800" y="762000"/>
            <a:ext cx="89916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흐름과 확인 지점</a:t>
            </a:r>
            <a:endParaRPr lang="ko-KR" sz="330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590800" y="1543050"/>
            <a:ext cx="899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도구의 결과를 바로 확정 답변으로 취급하지 않습니다.</a:t>
            </a:r>
            <a:endParaRPr lang="ko-KR" sz="1725" dirty="0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90800" y="2514600"/>
            <a:ext cx="1981200" cy="1447800"/>
          </a:xfrm>
          <a:prstGeom prst="rect">
            <a:avLst/>
          </a:prstGeom>
          <a:solidFill>
            <a:srgbClr val="EFF6F6"/>
          </a:solidFill>
          <a:ln w="12700">
            <a:solidFill>
              <a:srgbClr val="EFF6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81300" y="2695575"/>
            <a:ext cx="1600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2175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781300" y="3267075"/>
            <a:ext cx="1600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입력</a:t>
            </a:r>
            <a:endParaRPr lang="ko-KR" sz="1950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2590800" y="4276725"/>
            <a:ext cx="19812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필요한</a:t>
            </a:r>
            <a:endParaRPr lang="ko-KR" sz="1800" dirty="0">
              <a:ea typeface="Pretendard"/>
            </a:endParaRPr>
          </a:p>
          <a:p>
            <a:pPr algn="l" indent="0" marL="0">
              <a:buNone/>
            </a:pPr>
            <a:r>
              <a:rPr lang="ko-KR" sz="1800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전달</a:t>
            </a:r>
            <a:endParaRPr lang="ko-KR" sz="1800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924425" y="2514600"/>
            <a:ext cx="1981200" cy="1447800"/>
          </a:xfrm>
          <a:prstGeom prst="rect">
            <a:avLst/>
          </a:prstGeom>
          <a:solidFill>
            <a:srgbClr val="EFF6F6"/>
          </a:solidFill>
          <a:ln w="12700">
            <a:solidFill>
              <a:srgbClr val="EFF6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14925" y="2695575"/>
            <a:ext cx="1600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2175" dirty="0">
              <a:ea typeface="Pretendard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114925" y="3267075"/>
            <a:ext cx="1600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검색</a:t>
            </a:r>
            <a:endParaRPr lang="ko-KR" sz="1950" dirty="0">
              <a:ea typeface="Pretendard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924425" y="4276725"/>
            <a:ext cx="19812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안내문과</a:t>
            </a:r>
            <a:endParaRPr lang="ko-KR" sz="1800" dirty="0">
              <a:ea typeface="Pretendard"/>
            </a:endParaRPr>
          </a:p>
          <a:p>
            <a:pPr algn="l" indent="0" marL="0">
              <a:buNone/>
            </a:pPr>
            <a:r>
              <a:rPr lang="ko-KR" sz="1800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조회</a:t>
            </a:r>
            <a:endParaRPr lang="ko-KR" sz="1800" dirty="0"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258050" y="2514600"/>
            <a:ext cx="1981200" cy="1447800"/>
          </a:xfrm>
          <a:prstGeom prst="rect">
            <a:avLst/>
          </a:prstGeom>
          <a:solidFill>
            <a:srgbClr val="EFF6F6"/>
          </a:solidFill>
          <a:ln w="12700">
            <a:solidFill>
              <a:srgbClr val="EFF6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48550" y="2695575"/>
            <a:ext cx="1600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2175" dirty="0">
              <a:ea typeface="Pretendard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7448550" y="3267075"/>
            <a:ext cx="1600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 작성</a:t>
            </a:r>
            <a:endParaRPr lang="ko-KR" sz="1950" dirty="0">
              <a:ea typeface="Pretendard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7258050" y="4276725"/>
            <a:ext cx="19812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문서에 근거한</a:t>
            </a:r>
            <a:endParaRPr lang="ko-KR" sz="1800" dirty="0">
              <a:ea typeface="Pretendard"/>
            </a:endParaRPr>
          </a:p>
          <a:p>
            <a:pPr algn="l" indent="0" marL="0">
              <a:buNone/>
            </a:pPr>
            <a:r>
              <a:rPr lang="ko-KR" sz="1800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작성</a:t>
            </a:r>
            <a:endParaRPr lang="ko-KR" sz="1800" dirty="0">
              <a:ea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591675" y="2514600"/>
            <a:ext cx="1981200" cy="1447800"/>
          </a:xfrm>
          <a:prstGeom prst="rect">
            <a:avLst/>
          </a:prstGeom>
          <a:solidFill>
            <a:srgbClr val="17666C"/>
          </a:solidFill>
          <a:ln w="12700">
            <a:solidFill>
              <a:srgbClr val="17666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82175" y="2695575"/>
            <a:ext cx="1600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ko-KR" sz="2175" dirty="0">
              <a:ea typeface="Pretendard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9782175" y="3267075"/>
            <a:ext cx="1600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확인</a:t>
            </a:r>
            <a:endParaRPr lang="ko-KR" sz="1950" dirty="0">
              <a:ea typeface="Pretendard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9591675" y="4276725"/>
            <a:ext cx="19812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내용과 출처를</a:t>
            </a:r>
            <a:endParaRPr lang="ko-KR" sz="1800" dirty="0">
              <a:ea typeface="Pretendard"/>
            </a:endParaRPr>
          </a:p>
          <a:p>
            <a:pPr algn="l" indent="0" marL="0">
              <a:buNone/>
            </a:pPr>
            <a:r>
              <a:rPr lang="ko-KR" sz="1800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검토한 뒤 사용</a:t>
            </a:r>
            <a:endParaRPr lang="ko-KR" sz="1800" dirty="0">
              <a:ea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48200" y="3238500"/>
            <a:ext cx="161925" cy="0"/>
          </a:xfrm>
          <a:prstGeom prst="line">
            <a:avLst/>
          </a:prstGeom>
          <a:noFill/>
          <a:ln w="19050">
            <a:solidFill>
              <a:srgbClr val="17666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981825" y="3238500"/>
            <a:ext cx="161925" cy="0"/>
          </a:xfrm>
          <a:prstGeom prst="line">
            <a:avLst/>
          </a:prstGeom>
          <a:noFill/>
          <a:ln w="19050">
            <a:solidFill>
              <a:srgbClr val="17666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315450" y="3238500"/>
            <a:ext cx="161925" cy="0"/>
          </a:xfrm>
          <a:prstGeom prst="line">
            <a:avLst/>
          </a:prstGeom>
          <a:noFill/>
          <a:ln w="19050">
            <a:solidFill>
              <a:srgbClr val="17666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590800" y="5400675"/>
            <a:ext cx="8991600" cy="571500"/>
          </a:xfrm>
          <a:prstGeom prst="rect">
            <a:avLst/>
          </a:prstGeom>
          <a:solidFill>
            <a:srgbClr val="EFF6F6"/>
          </a:solidFill>
          <a:ln w="12700">
            <a:solidFill>
              <a:srgbClr val="EFF6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81300" y="5534025"/>
            <a:ext cx="8610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b="1" dirty="0">
                <a:solidFill>
                  <a:srgbClr val="1766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지점  |  검색 결과와 초안을 최종 답변으로 바로 확정하지 않습니다.</a:t>
            </a:r>
            <a:endParaRPr lang="ko-KR" sz="1725" dirty="0">
              <a:ea typeface="Pretendard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590800" y="6305550"/>
            <a:ext cx="89916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5908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theme/clean-notes-notesMaster1.xml.rels-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테크니컬 스타일 예제</dc:title>
  <dc:subject>가상 기획 제안</dc:subject>
  <dc:creator>Clean PPT</dc:creator>
  <cp:lastModifiedBy>Clean PPT</cp:lastModifiedBy>
  <cp:revision>1</cp:revision>
  <dcterms:created xsi:type="dcterms:W3CDTF">2026-10-22T02:46:27Z</dcterms:created>
  <dcterms:modified xsi:type="dcterms:W3CDTF">2026-10-22T02:46:27Z</dcterms:modified>
</cp:coreProperties>
</file>