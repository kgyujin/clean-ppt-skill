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clean-notes-notesMaster1.xml.rels-theme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
		<Relationship Id="rId1" Type="http://schemas.openxmlformats.org/officeDocument/2006/relationships/theme" Target="../theme/clean-notes-notesMaster1.xml.rels-theme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ko-KR">
                <a:ea typeface="Pretendard"/>
              </a:defRPr>
            </a:lvl1pPr>
          </a:lstStyle>
          <a:p>
            <a:fld id="{5282F153-3F37-0F45-9E97-73ACFA13230C}" type="datetimeFigureOut">
              <a:rPr lang="ko-KR">
                <a:ea typeface="Pretendard"/>
              </a:rPr>
              <a:t>7/23/19</a:t>
            </a:fld>
            <a:endParaRPr lang="ko-KR">
              <a:ea typeface="Pretendard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>
              <a:ea typeface="Pretendard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>
                <a:ea typeface="Pretendard"/>
              </a:rPr>
              <a:t>Click to edit Master text styles</a:t>
            </a:r>
          </a:p>
          <a:p>
            <a:pPr lvl="1"/>
            <a:r>
              <a:rPr lang="ko-KR">
                <a:ea typeface="Pretendard"/>
              </a:rPr>
              <a:t>Second level</a:t>
            </a:r>
          </a:p>
          <a:p>
            <a:pPr lvl="2"/>
            <a:r>
              <a:rPr lang="ko-KR">
                <a:ea typeface="Pretendard"/>
              </a:rPr>
              <a:t>Third level</a:t>
            </a:r>
          </a:p>
          <a:p>
            <a:pPr lvl="3"/>
            <a:r>
              <a:rPr lang="ko-KR">
                <a:ea typeface="Pretendard"/>
              </a:rPr>
              <a:t>Fourth level</a:t>
            </a:r>
          </a:p>
          <a:p>
            <a:pPr lvl="4"/>
            <a:r>
              <a:rPr lang="ko-KR">
                <a:ea typeface="Pretendard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ko-KR">
                <a:ea typeface="Pretendard"/>
              </a:defRPr>
            </a:lvl1pPr>
          </a:lstStyle>
          <a:p>
            <a:fld id="{CE5E9CC1-C706-0F49-92D6-E571CC5EEA8F}" type="slidenum">
              <a:rPr lang="ko-KR">
                <a:ea typeface="Pretendard"/>
              </a:rPr>
              <a:t>‹#›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사내 문서 검색 제안. 도입 판단을 위한 제한된 시험 제안 단계이므로 성과 수치로 설명하지 않습니다.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1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도입 판단 기준. 모든 항목은 미측정입니다. 시험에서 확인할 질문을 정의합니다. 제안 단계이므로 성과 수치로 설명하지 않습니다.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2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시험 후 결정 순서. 확인되지 않은 성능을 전제로 적용 범위를 넓히지 않습니다. 제안 단계이므로 성과 수치로 설명하지 않습니다.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3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ko-KR">
          <a:solidFill>
            <a:schemeClr val="tx1"/>
          </a:solidFill>
          <a:latin typeface="+mj-lt"/>
          <a:ea typeface="Pretendard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9pPr>
    </p:bodyStyle>
    <p:otherStyle>
      <a:defPPr>
        <a:defRPr lang="ko-KR">
          <a:ea typeface="Pretendard"/>
        </a:defRPr>
      </a:defPPr>
      <a:lvl1pPr marL="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457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914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371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18288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2860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743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200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657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9600" y="285750"/>
            <a:ext cx="762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304E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 /   디시전</a:t>
            </a:r>
            <a:endParaRPr lang="ko-KR" sz="12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09600" y="762000"/>
            <a:ext cx="10972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</a:t>
            </a:r>
            <a:endParaRPr lang="ko-KR" sz="3300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09600" y="154305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판단을 위한 제한된 시험</a:t>
            </a:r>
            <a:endParaRPr lang="ko-KR" sz="1725" dirty="0">
              <a:ea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2266950"/>
            <a:ext cx="10972800" cy="1419225"/>
          </a:xfrm>
          <a:prstGeom prst="rect">
            <a:avLst/>
          </a:prstGeom>
          <a:solidFill>
            <a:srgbClr val="304E85"/>
          </a:solidFill>
          <a:ln w="12700">
            <a:solidFill>
              <a:srgbClr val="304E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524125"/>
            <a:ext cx="103632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문서부터 작게 검토</a:t>
            </a:r>
            <a:endParaRPr lang="ko-KR" sz="3300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14400" y="3190875"/>
            <a:ext cx="1028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검색과 출처가 있는 답변 초안을 연결합니다.</a:t>
            </a:r>
            <a:endParaRPr lang="ko-KR" sz="1950" dirty="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09600" y="4076700"/>
            <a:ext cx="3143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b="1" dirty="0">
                <a:solidFill>
                  <a:srgbClr val="304E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준비 자료 · 계획</a:t>
            </a:r>
            <a:endParaRPr lang="ko-KR" sz="1725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09600" y="4572000"/>
            <a:ext cx="314325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1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30개</a:t>
            </a:r>
            <a:endParaRPr lang="ko-KR" sz="3150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09600" y="5314950"/>
            <a:ext cx="314325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최신본과 공개 범위 확인</a:t>
            </a:r>
            <a:endParaRPr lang="ko-KR" sz="1800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533900" y="4076700"/>
            <a:ext cx="3143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b="1" dirty="0">
                <a:solidFill>
                  <a:srgbClr val="304E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 범위 · 계획</a:t>
            </a:r>
            <a:endParaRPr lang="ko-KR" sz="1725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533900" y="4572000"/>
            <a:ext cx="314325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1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 3명</a:t>
            </a:r>
            <a:endParaRPr lang="ko-KR" sz="3150" dirty="0">
              <a:ea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533900" y="5314950"/>
            <a:ext cx="314325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질문으로 시험</a:t>
            </a:r>
            <a:endParaRPr lang="ko-KR" sz="1800" dirty="0">
              <a:ea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458200" y="4076700"/>
            <a:ext cx="3143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b="1" dirty="0">
                <a:solidFill>
                  <a:srgbClr val="304E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기간 · 계획</a:t>
            </a:r>
            <a:endParaRPr lang="ko-KR" sz="1725" dirty="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58200" y="4572000"/>
            <a:ext cx="314325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1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</a:t>
            </a:r>
            <a:endParaRPr lang="ko-KR" sz="3150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58200" y="5314950"/>
            <a:ext cx="314325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미응답과 사용 부담 기록</a:t>
            </a:r>
            <a:endParaRPr lang="ko-KR" sz="1800" dirty="0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9600" y="6305550"/>
            <a:ext cx="109728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9600" y="6486525"/>
            <a:ext cx="8572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  /  가상 기획 예제 · 실측 결과 아님</a:t>
            </a:r>
            <a:endParaRPr lang="ko-KR" sz="975" dirty="0">
              <a:ea typeface="Pretendard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10858500" y="6477000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03</a:t>
            </a:r>
            <a:endParaRPr lang="ko-KR" sz="1125" dirty="0">
              <a:ea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9600" y="285750"/>
            <a:ext cx="762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304E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 /   디시전</a:t>
            </a:r>
            <a:endParaRPr lang="ko-KR" sz="12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09600" y="762000"/>
            <a:ext cx="10972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판단 기준</a:t>
            </a:r>
            <a:endParaRPr lang="ko-KR" sz="3300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09600" y="154305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항목은 미측정입니다. 시험에서 확인할 질문을 정의합니다.</a:t>
            </a:r>
            <a:endParaRPr lang="ko-KR" sz="1725" dirty="0">
              <a:ea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2286000"/>
            <a:ext cx="10972800" cy="533400"/>
          </a:xfrm>
          <a:prstGeom prst="rect">
            <a:avLst/>
          </a:prstGeom>
          <a:solidFill>
            <a:srgbClr val="304E85"/>
          </a:solidFill>
          <a:ln w="12700">
            <a:solidFill>
              <a:srgbClr val="304E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8200" y="2409825"/>
            <a:ext cx="25241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항목</a:t>
            </a:r>
            <a:endParaRPr lang="ko-KR" sz="1800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476750" y="2409825"/>
            <a:ext cx="68580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질문</a:t>
            </a:r>
            <a:endParaRPr lang="ko-KR" sz="1800" dirty="0">
              <a:ea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9600" y="2962275"/>
            <a:ext cx="10972800" cy="790575"/>
          </a:xfrm>
          <a:prstGeom prst="rect">
            <a:avLst/>
          </a:prstGeom>
          <a:solidFill>
            <a:srgbClr val="EFF2F8"/>
          </a:solidFill>
          <a:ln w="12700">
            <a:solidFill>
              <a:srgbClr val="EFF2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" y="3105150"/>
            <a:ext cx="25241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정확성</a:t>
            </a:r>
            <a:endParaRPr lang="ko-KR" sz="1950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476750" y="310515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질문에 맞는 문서를 찾는가</a:t>
            </a:r>
            <a:endParaRPr lang="ko-KR" sz="1875" dirty="0">
              <a:ea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9600" y="3752850"/>
            <a:ext cx="10972800" cy="7905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200" y="3895725"/>
            <a:ext cx="25241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ko-KR" sz="1950" dirty="0">
              <a:ea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476750" y="3895725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초안의 근거를 확인할 수 있는가</a:t>
            </a:r>
            <a:endParaRPr lang="ko-KR" sz="1875" dirty="0">
              <a:ea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9600" y="4543425"/>
            <a:ext cx="10972800" cy="790575"/>
          </a:xfrm>
          <a:prstGeom prst="rect">
            <a:avLst/>
          </a:prstGeom>
          <a:solidFill>
            <a:srgbClr val="EFF2F8"/>
          </a:solidFill>
          <a:ln w="12700">
            <a:solidFill>
              <a:srgbClr val="EFF2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8200" y="4686300"/>
            <a:ext cx="25241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응답시간</a:t>
            </a:r>
            <a:endParaRPr lang="ko-KR" sz="1950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476750" y="46863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중 기다릴 수 있는 수준인가</a:t>
            </a:r>
            <a:endParaRPr lang="ko-KR" sz="1875" dirty="0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9600" y="5334000"/>
            <a:ext cx="10972800" cy="79057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8200" y="5476875"/>
            <a:ext cx="25241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</a:t>
            </a:r>
            <a:endParaRPr lang="ko-KR" sz="1950" dirty="0">
              <a:ea typeface="Pretendard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476750" y="5476875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 운영에 필요한 비용은 얼마인가</a:t>
            </a:r>
            <a:endParaRPr lang="ko-KR" sz="1875" dirty="0">
              <a:ea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600" y="6305550"/>
            <a:ext cx="109728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9600" y="6486525"/>
            <a:ext cx="8572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  /  가상 기획 예제 · 실측 결과 아님</a:t>
            </a:r>
            <a:endParaRPr lang="ko-KR" sz="975" dirty="0">
              <a:ea typeface="Pretendard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0858500" y="6477000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03</a:t>
            </a:r>
            <a:endParaRPr lang="ko-KR" sz="1125" dirty="0">
              <a:ea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9600" y="285750"/>
            <a:ext cx="762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304E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 /   디시전</a:t>
            </a:r>
            <a:endParaRPr lang="ko-KR" sz="12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09600" y="762000"/>
            <a:ext cx="10972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후 결정 순서</a:t>
            </a:r>
            <a:endParaRPr lang="ko-KR" sz="3300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09600" y="154305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확인되지 않은 성능을 전제로 적용 범위를 넓히지 않습니다.</a:t>
            </a:r>
            <a:endParaRPr lang="ko-KR" sz="1725" dirty="0">
              <a:ea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600" y="2352675"/>
            <a:ext cx="3333750" cy="609600"/>
          </a:xfrm>
          <a:prstGeom prst="rect">
            <a:avLst/>
          </a:prstGeom>
          <a:solidFill>
            <a:srgbClr val="EFF2F8"/>
          </a:solidFill>
          <a:ln w="12700">
            <a:solidFill>
              <a:srgbClr val="EFF2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9150" y="2495550"/>
            <a:ext cx="29146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304E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기록 확인</a:t>
            </a:r>
            <a:endParaRPr lang="ko-KR" sz="2025" dirty="0">
              <a:ea typeface="Pretendard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09600" y="3362325"/>
            <a:ext cx="3333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질문과 답변을</a:t>
            </a:r>
            <a:endParaRPr lang="ko-KR" sz="2100" dirty="0">
              <a:ea typeface="Pretendard"/>
            </a:endParaRPr>
          </a:p>
          <a:p>
            <a:pPr algn="l" indent="0" marL="0">
              <a:buNone/>
            </a:pPr>
            <a:r>
              <a:rPr lang="ko-KR" sz="21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살펴보기</a:t>
            </a:r>
            <a:endParaRPr lang="ko-KR" sz="2100" dirty="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09600" y="4495800"/>
            <a:ext cx="333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답하지 못한 질문과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확인 문제 정리</a:t>
            </a:r>
            <a:endParaRPr lang="ko-KR" sz="1875" dirty="0">
              <a:ea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9125" y="2352675"/>
            <a:ext cx="3333750" cy="609600"/>
          </a:xfrm>
          <a:prstGeom prst="rect">
            <a:avLst/>
          </a:prstGeom>
          <a:solidFill>
            <a:srgbClr val="EFF2F8"/>
          </a:solidFill>
          <a:ln w="12700">
            <a:solidFill>
              <a:srgbClr val="EFF2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8675" y="2495550"/>
            <a:ext cx="29146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304E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조건 검토</a:t>
            </a:r>
            <a:endParaRPr lang="ko-KR" sz="2025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429125" y="3362325"/>
            <a:ext cx="3333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정확성·시간·비용</a:t>
            </a:r>
            <a:endParaRPr lang="ko-KR" sz="2100" dirty="0">
              <a:ea typeface="Pretendard"/>
            </a:endParaRPr>
          </a:p>
          <a:p>
            <a:pPr algn="l" indent="0" marL="0">
              <a:buNone/>
            </a:pPr>
            <a:r>
              <a:rPr lang="ko-KR" sz="21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확인하기</a:t>
            </a:r>
            <a:endParaRPr lang="ko-KR" sz="2100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429125" y="4495800"/>
            <a:ext cx="333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부담과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필요 사항 확인</a:t>
            </a:r>
            <a:endParaRPr lang="ko-KR" sz="1875" dirty="0"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48650" y="2352675"/>
            <a:ext cx="3333750" cy="609600"/>
          </a:xfrm>
          <a:prstGeom prst="rect">
            <a:avLst/>
          </a:prstGeom>
          <a:solidFill>
            <a:srgbClr val="EFF2F8"/>
          </a:solidFill>
          <a:ln w="12700">
            <a:solidFill>
              <a:srgbClr val="EFF2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58200" y="2495550"/>
            <a:ext cx="29146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b="1" dirty="0">
                <a:solidFill>
                  <a:srgbClr val="304E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범위 결정</a:t>
            </a:r>
            <a:endParaRPr lang="ko-KR" sz="2025" dirty="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48650" y="3362325"/>
            <a:ext cx="3333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결과로</a:t>
            </a:r>
            <a:endParaRPr lang="ko-KR" sz="2100" dirty="0">
              <a:ea typeface="Pretendard"/>
            </a:endParaRPr>
          </a:p>
          <a:p>
            <a:pPr algn="l" indent="0" marL="0">
              <a:buNone/>
            </a:pPr>
            <a:r>
              <a:rPr lang="ko-KR" sz="21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확대 여부 판단</a:t>
            </a:r>
            <a:endParaRPr lang="ko-KR" sz="2100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248650" y="4495800"/>
            <a:ext cx="333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문서 포함 여부는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검토</a:t>
            </a:r>
            <a:endParaRPr lang="ko-KR" sz="1875" dirty="0">
              <a:ea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038600" y="2657475"/>
            <a:ext cx="257175" cy="0"/>
          </a:xfrm>
          <a:prstGeom prst="line">
            <a:avLst/>
          </a:prstGeom>
          <a:noFill/>
          <a:ln w="19050">
            <a:solidFill>
              <a:srgbClr val="304E8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858125" y="2657475"/>
            <a:ext cx="257175" cy="0"/>
          </a:xfrm>
          <a:prstGeom prst="line">
            <a:avLst/>
          </a:prstGeom>
          <a:noFill/>
          <a:ln w="19050">
            <a:solidFill>
              <a:srgbClr val="304E85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09600" y="5676900"/>
            <a:ext cx="109728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b="1" dirty="0">
                <a:solidFill>
                  <a:srgbClr val="304E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결정의 근거  |  예상 수치보다 실제 시험 기록을 먼저 확인</a:t>
            </a:r>
            <a:endParaRPr lang="ko-KR" sz="1800" dirty="0">
              <a:ea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9600" y="6305550"/>
            <a:ext cx="109728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9600" y="6486525"/>
            <a:ext cx="8572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  /  가상 기획 예제 · 실측 결과 아님</a:t>
            </a:r>
            <a:endParaRPr lang="ko-KR" sz="975" dirty="0">
              <a:ea typeface="Pretendard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0858500" y="6477000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03</a:t>
            </a:r>
            <a:endParaRPr lang="ko-KR" sz="1125" dirty="0">
              <a:ea typeface="Pretendard"/>
            </a:endParaRPr>
          </a:p>
        </p:txBody>
      </p:sp>
    </p:spTree>
  </p:cSld>
  <p:clrMapOvr>
    <a:masterClrMapping/>
  </p:clrMapOvr>
</p:sld>
</file>

<file path=ppt/theme/clean-notes-notesMaster1.xml.rels-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디시전 스타일 예제</dc:title>
  <dc:subject>가상 기획 제안</dc:subject>
  <dc:creator>Clean PPT</dc:creator>
  <cp:lastModifiedBy>Clean PPT</cp:lastModifiedBy>
  <cp:revision>1</cp:revision>
  <dcterms:created xsi:type="dcterms:W3CDTF">2026-10-22T02:46:28Z</dcterms:created>
  <dcterms:modified xsi:type="dcterms:W3CDTF">2026-10-22T02:46:28Z</dcterms:modified>
</cp:coreProperties>
</file>