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clean-notes-notesMaster1.xml.rels-theme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1pPr>
    <a:lvl2pPr marL="4572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2pPr>
    <a:lvl3pPr marL="9144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3pPr>
    <a:lvl4pPr marL="13716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4pPr>
    <a:lvl5pPr marL="18288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5pPr>
    <a:lvl6pPr marL="22860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6pPr>
    <a:lvl7pPr marL="27432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7pPr>
    <a:lvl8pPr marL="32004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8pPr>
    <a:lvl9pPr marL="36576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
		<Relationship Id="rId1" Type="http://schemas.openxmlformats.org/officeDocument/2006/relationships/theme" Target="../theme/clean-notes-notesMaster1.xml.rels-theme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ko-KR">
                <a:ea typeface="Pretendard"/>
              </a:defRPr>
            </a:lvl1pPr>
          </a:lstStyle>
          <a:p>
            <a:endParaRPr lang="ko-KR">
              <a:ea typeface="Pretendard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ko-KR">
                <a:ea typeface="Pretendard"/>
              </a:defRPr>
            </a:lvl1pPr>
          </a:lstStyle>
          <a:p>
            <a:fld id="{5282F153-3F37-0F45-9E97-73ACFA13230C}" type="datetimeFigureOut">
              <a:rPr lang="ko-KR">
                <a:ea typeface="Pretendard"/>
              </a:rPr>
              <a:t>7/23/19</a:t>
            </a:fld>
            <a:endParaRPr lang="ko-KR">
              <a:ea typeface="Pretendard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>
              <a:ea typeface="Pretendard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>
                <a:ea typeface="Pretendard"/>
              </a:rPr>
              <a:t>Click to edit Master text styles</a:t>
            </a:r>
          </a:p>
          <a:p>
            <a:pPr lvl="1"/>
            <a:r>
              <a:rPr lang="ko-KR">
                <a:ea typeface="Pretendard"/>
              </a:rPr>
              <a:t>Second level</a:t>
            </a:r>
          </a:p>
          <a:p>
            <a:pPr lvl="2"/>
            <a:r>
              <a:rPr lang="ko-KR">
                <a:ea typeface="Pretendard"/>
              </a:rPr>
              <a:t>Third level</a:t>
            </a:r>
          </a:p>
          <a:p>
            <a:pPr lvl="3"/>
            <a:r>
              <a:rPr lang="ko-KR">
                <a:ea typeface="Pretendard"/>
              </a:rPr>
              <a:t>Fourth level</a:t>
            </a:r>
          </a:p>
          <a:p>
            <a:pPr lvl="4"/>
            <a:r>
              <a:rPr lang="ko-KR">
                <a:ea typeface="Pretendard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ko-KR">
                <a:ea typeface="Pretendard"/>
              </a:defRPr>
            </a:lvl1pPr>
          </a:lstStyle>
          <a:p>
            <a:endParaRPr lang="ko-KR">
              <a:ea typeface="Pretendard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ko-KR">
                <a:ea typeface="Pretendard"/>
              </a:defRPr>
            </a:lvl1pPr>
          </a:lstStyle>
          <a:p>
            <a:fld id="{CE5E9CC1-C706-0F49-92D6-E571CC5EEA8F}" type="slidenum">
              <a:rPr lang="ko-KR">
                <a:ea typeface="Pretendard"/>
              </a:rPr>
              <a:t>‹#›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1pPr>
    <a:lvl2pPr marL="4572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2pPr>
    <a:lvl3pPr marL="9144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3pPr>
    <a:lvl4pPr marL="13716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4pPr>
    <a:lvl5pPr marL="18288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5pPr>
    <a:lvl6pPr marL="22860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6pPr>
    <a:lvl7pPr marL="27432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7pPr>
    <a:lvl8pPr marL="32004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8pPr>
    <a:lvl9pPr marL="36576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사내 문서 검색 제안. 반복되는 질문을 문서와 연결하는 방법 제안 단계이므로 성과 수치로 설명하지 않습니다.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1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같은 질문, 다른 탐색 방식. 판단 책임은 유지하고 탐색 방법을 바꿉니다. 제안 단계이므로 성과 수치로 설명하지 않습니다.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2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시험 계획 한눈에 보기. 제안한 범위를 구체적인 행동으로 옮깁니다. 제안 단계이므로 성과 수치로 설명하지 않습니다.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3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ko-KR">
          <a:solidFill>
            <a:schemeClr val="tx1"/>
          </a:solidFill>
          <a:latin typeface="+mj-lt"/>
          <a:ea typeface="Pretendard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 lang="ko-KR">
          <a:solidFill>
            <a:schemeClr val="tx1"/>
          </a:solidFill>
          <a:latin typeface="+mn-lt"/>
          <a:ea typeface="Pretendard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 lang="ko-KR">
          <a:solidFill>
            <a:schemeClr val="tx1"/>
          </a:solidFill>
          <a:latin typeface="+mn-lt"/>
          <a:ea typeface="Pretendard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 lang="ko-KR">
          <a:solidFill>
            <a:schemeClr val="tx1"/>
          </a:solidFill>
          <a:latin typeface="+mn-lt"/>
          <a:ea typeface="Pretendard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9pPr>
    </p:bodyStyle>
    <p:otherStyle>
      <a:defPPr>
        <a:defRPr lang="ko-KR">
          <a:ea typeface="Pretendard"/>
        </a:defRPr>
      </a:defPPr>
      <a:lvl1pPr marL="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1pPr>
      <a:lvl2pPr marL="4572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2pPr>
      <a:lvl3pPr marL="9144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3pPr>
      <a:lvl4pPr marL="13716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4pPr>
      <a:lvl5pPr marL="18288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5pPr>
      <a:lvl6pPr marL="22860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6pPr>
      <a:lvl7pPr marL="27432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7pPr>
      <a:lvl8pPr marL="32004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8pPr>
      <a:lvl9pPr marL="36576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09600" y="285750"/>
            <a:ext cx="762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200" b="1" dirty="0">
                <a:solidFill>
                  <a:srgbClr val="8D47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 /   스튜디오</a:t>
            </a:r>
            <a:endParaRPr lang="ko-KR" sz="1200" dirty="0">
              <a:ea typeface="Pretendard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09600" y="762000"/>
            <a:ext cx="109728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00" b="1" dirty="0">
                <a:solidFill>
                  <a:srgbClr val="8D47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사내 문서 검색 제안</a:t>
            </a:r>
            <a:endParaRPr lang="ko-KR" sz="2100" dirty="0">
              <a:ea typeface="Pretendard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09600" y="1543050"/>
            <a:ext cx="1097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72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반복되는 질문을 문서와 연결하는 방법</a:t>
            </a:r>
            <a:endParaRPr lang="ko-KR" sz="1725" dirty="0">
              <a:ea typeface="Pretendard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09600" y="2428875"/>
            <a:ext cx="109728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480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찾기 쉽게, 확인할 수 있게</a:t>
            </a:r>
            <a:endParaRPr lang="ko-KR" sz="4800" dirty="0">
              <a:ea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09600" y="3657600"/>
            <a:ext cx="10972800" cy="0"/>
          </a:xfrm>
          <a:prstGeom prst="line">
            <a:avLst/>
          </a:prstGeom>
          <a:noFill/>
          <a:ln w="19050">
            <a:solidFill>
              <a:srgbClr val="8D473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9600" y="4086225"/>
            <a:ext cx="4572000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75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결과와 답변 초안을</a:t>
            </a:r>
            <a:endParaRPr lang="ko-KR" sz="2175" dirty="0">
              <a:ea typeface="Pretendard"/>
            </a:endParaRPr>
          </a:p>
          <a:p>
            <a:pPr algn="l" indent="0" marL="0">
              <a:buNone/>
            </a:pPr>
            <a:r>
              <a:rPr lang="ko-KR" sz="2175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흐름에서 확인합니다.</a:t>
            </a:r>
            <a:endParaRPr lang="ko-KR" sz="2175" dirty="0">
              <a:ea typeface="Pretendard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096000" y="4067175"/>
            <a:ext cx="15240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550" b="1" dirty="0">
                <a:solidFill>
                  <a:srgbClr val="8D47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ko-KR" sz="2550" dirty="0">
              <a:ea typeface="Pretendard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096000" y="4752975"/>
            <a:ext cx="1524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안내문</a:t>
            </a:r>
            <a:endParaRPr lang="ko-KR" sz="1950" dirty="0">
              <a:ea typeface="Pretendard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172450" y="4067175"/>
            <a:ext cx="15240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550" b="1" dirty="0">
                <a:solidFill>
                  <a:srgbClr val="8D47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ko-KR" sz="2550" dirty="0">
              <a:ea typeface="Pretendard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172450" y="4752975"/>
            <a:ext cx="1524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연결된 출처</a:t>
            </a:r>
            <a:endParaRPr lang="ko-KR" sz="1950" dirty="0">
              <a:ea typeface="Pretendard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0248900" y="4067175"/>
            <a:ext cx="15240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550" b="1" dirty="0">
                <a:solidFill>
                  <a:srgbClr val="8D47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ko-KR" sz="2550" dirty="0">
              <a:ea typeface="Pretendard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0248900" y="4752975"/>
            <a:ext cx="1524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 검토</a:t>
            </a:r>
            <a:endParaRPr lang="ko-KR" sz="1950" dirty="0">
              <a:ea typeface="Pretendard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09600" y="5667375"/>
            <a:ext cx="10972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72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제안의 중심  /  문서 탐색을 돕고, 최종 판단은 담당자에게</a:t>
            </a:r>
            <a:endParaRPr lang="ko-KR" sz="1725" dirty="0">
              <a:ea typeface="Pretendard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9600" y="6305550"/>
            <a:ext cx="10972800" cy="0"/>
          </a:xfrm>
          <a:prstGeom prst="line">
            <a:avLst/>
          </a:prstGeom>
          <a:noFill/>
          <a:ln w="19050">
            <a:solidFill>
              <a:srgbClr val="C7D0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9600" y="6486525"/>
            <a:ext cx="8572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7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사내 문서 검색 제안  /  가상 기획 예제 · 실측 결과 아님</a:t>
            </a:r>
            <a:endParaRPr lang="ko-KR" sz="975" dirty="0">
              <a:ea typeface="Pretendard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0858500" y="6477000"/>
            <a:ext cx="723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12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/ 03</a:t>
            </a:r>
            <a:endParaRPr lang="ko-KR" sz="1125" dirty="0">
              <a:ea typeface="Pretendar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09600" y="285750"/>
            <a:ext cx="762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200" b="1" dirty="0">
                <a:solidFill>
                  <a:srgbClr val="8D47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 /   스튜디오</a:t>
            </a:r>
            <a:endParaRPr lang="ko-KR" sz="1200" dirty="0">
              <a:ea typeface="Pretendard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09600" y="762000"/>
            <a:ext cx="109728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30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질문, 다른 탐색 방식</a:t>
            </a:r>
            <a:endParaRPr lang="ko-KR" sz="3300" dirty="0">
              <a:ea typeface="Pretendard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09600" y="1543050"/>
            <a:ext cx="1097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72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 책임은 유지하고 탐색 방법을 바꿉니다.</a:t>
            </a:r>
            <a:endParaRPr lang="ko-KR" sz="1725" dirty="0">
              <a:ea typeface="Pretendard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09600" y="2295525"/>
            <a:ext cx="23336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625" b="1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· 가정</a:t>
            </a:r>
            <a:endParaRPr lang="ko-KR" sz="2625" dirty="0">
              <a:ea typeface="Pretendard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09600" y="3648075"/>
            <a:ext cx="23336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625" b="1" dirty="0">
                <a:solidFill>
                  <a:srgbClr val="8D47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방식</a:t>
            </a:r>
            <a:endParaRPr lang="ko-KR" sz="2625" dirty="0">
              <a:ea typeface="Pretendard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3600450" y="2314575"/>
            <a:ext cx="7734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475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위치를 찾고 내용을 따로 확인</a:t>
            </a:r>
            <a:endParaRPr lang="ko-KR" sz="2475" dirty="0">
              <a:ea typeface="Pretendard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3600450" y="2952750"/>
            <a:ext cx="77343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답변에 필요한 안내문을 직접 찾습니다.</a:t>
            </a:r>
            <a:endParaRPr lang="ko-KR" sz="1875" dirty="0">
              <a:ea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600" y="3448050"/>
            <a:ext cx="10972800" cy="0"/>
          </a:xfrm>
          <a:prstGeom prst="line">
            <a:avLst/>
          </a:prstGeom>
          <a:noFill/>
          <a:ln w="19050">
            <a:solidFill>
              <a:srgbClr val="C7D0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00450" y="3667125"/>
            <a:ext cx="7734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475" b="1" dirty="0">
                <a:solidFill>
                  <a:srgbClr val="8D47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 문서와 답변 초안을 함께 확인</a:t>
            </a:r>
            <a:endParaRPr lang="ko-KR" sz="2475" dirty="0">
              <a:ea typeface="Pretendard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3600450" y="4305300"/>
            <a:ext cx="77343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출처를 따라가며 답변의 근거를 살펴봅니다.</a:t>
            </a:r>
            <a:endParaRPr lang="ko-KR" sz="1875" dirty="0">
              <a:ea typeface="Pretendard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9600" y="5276850"/>
            <a:ext cx="10972800" cy="666750"/>
          </a:xfrm>
          <a:prstGeom prst="rect">
            <a:avLst/>
          </a:prstGeom>
          <a:solidFill>
            <a:srgbClr val="F7F2EF"/>
          </a:solidFill>
          <a:ln w="12700">
            <a:solidFill>
              <a:srgbClr val="F7F2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8200" y="5467350"/>
            <a:ext cx="10515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8D47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유지할 기준  |  담당자가 출처와 내용을 최종 확인</a:t>
            </a:r>
            <a:endParaRPr lang="ko-KR" sz="1875" dirty="0">
              <a:ea typeface="Pretendard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9600" y="6305550"/>
            <a:ext cx="10972800" cy="0"/>
          </a:xfrm>
          <a:prstGeom prst="line">
            <a:avLst/>
          </a:prstGeom>
          <a:noFill/>
          <a:ln w="19050">
            <a:solidFill>
              <a:srgbClr val="C7D0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9600" y="6486525"/>
            <a:ext cx="8572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7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사내 문서 검색 제안  /  가상 기획 예제 · 실측 결과 아님</a:t>
            </a:r>
            <a:endParaRPr lang="ko-KR" sz="975" dirty="0">
              <a:ea typeface="Pretendard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0858500" y="6477000"/>
            <a:ext cx="723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12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03</a:t>
            </a:r>
            <a:endParaRPr lang="ko-KR" sz="1125" dirty="0">
              <a:ea typeface="Pretendar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09600" y="285750"/>
            <a:ext cx="762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200" b="1" dirty="0">
                <a:solidFill>
                  <a:srgbClr val="8D47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 /   스튜디오</a:t>
            </a:r>
            <a:endParaRPr lang="ko-KR" sz="1200" dirty="0">
              <a:ea typeface="Pretendard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09600" y="762000"/>
            <a:ext cx="109728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30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시험 계획 한눈에 보기</a:t>
            </a:r>
            <a:endParaRPr lang="ko-KR" sz="3300" dirty="0">
              <a:ea typeface="Pretendard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09600" y="1543050"/>
            <a:ext cx="1097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72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제안한 범위를 구체적인 행동으로 옮깁니다.</a:t>
            </a:r>
            <a:endParaRPr lang="ko-KR" sz="1725" dirty="0">
              <a:ea typeface="Pretendard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09600" y="2343150"/>
            <a:ext cx="175260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5625" b="1" dirty="0">
                <a:solidFill>
                  <a:srgbClr val="8D47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ko-KR" sz="5625" dirty="0">
              <a:ea typeface="Pretendard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2533650" y="2447925"/>
            <a:ext cx="29527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40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안내문 정리</a:t>
            </a:r>
            <a:endParaRPr lang="ko-KR" sz="2400" dirty="0">
              <a:ea typeface="Pretendard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096000" y="2447925"/>
            <a:ext cx="53340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025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계획: 공개 문서 30개의</a:t>
            </a:r>
            <a:endParaRPr lang="ko-KR" sz="2025" dirty="0">
              <a:ea typeface="Pretendard"/>
            </a:endParaRPr>
          </a:p>
          <a:p>
            <a:pPr algn="l" indent="0" marL="0">
              <a:buNone/>
            </a:pPr>
            <a:r>
              <a:rPr lang="ko-KR" sz="2025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최신본과 범위를 확인합니다.</a:t>
            </a:r>
            <a:endParaRPr lang="ko-KR" sz="2025" dirty="0">
              <a:ea typeface="Pretendard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9600" y="3514725"/>
            <a:ext cx="10972800" cy="0"/>
          </a:xfrm>
          <a:prstGeom prst="line">
            <a:avLst/>
          </a:prstGeom>
          <a:noFill/>
          <a:ln w="19050">
            <a:solidFill>
              <a:srgbClr val="C7D0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9600" y="3800475"/>
            <a:ext cx="175260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5625" b="1" dirty="0">
                <a:solidFill>
                  <a:srgbClr val="8D47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ko-KR" sz="5625" dirty="0">
              <a:ea typeface="Pretendard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2533650" y="3905250"/>
            <a:ext cx="29527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40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시험</a:t>
            </a:r>
            <a:endParaRPr lang="ko-KR" sz="2400" dirty="0">
              <a:ea typeface="Pretendard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096000" y="3905250"/>
            <a:ext cx="53340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025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계획: 직원 3명과 2주간</a:t>
            </a:r>
            <a:endParaRPr lang="ko-KR" sz="2025" dirty="0">
              <a:ea typeface="Pretendard"/>
            </a:endParaRPr>
          </a:p>
          <a:p>
            <a:pPr algn="l" indent="0" marL="0">
              <a:buNone/>
            </a:pPr>
            <a:r>
              <a:rPr lang="ko-KR" sz="2025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질문과 미응답을 기록합니다.</a:t>
            </a:r>
            <a:endParaRPr lang="ko-KR" sz="2025" dirty="0">
              <a:ea typeface="Pretendard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9600" y="4981575"/>
            <a:ext cx="10972800" cy="0"/>
          </a:xfrm>
          <a:prstGeom prst="line">
            <a:avLst/>
          </a:prstGeom>
          <a:noFill/>
          <a:ln w="19050">
            <a:solidFill>
              <a:srgbClr val="C7D0D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9600" y="5334000"/>
            <a:ext cx="10972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b="1" dirty="0">
                <a:solidFill>
                  <a:srgbClr val="8D47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판단  →  정확성, 응답시간, 비용 확인 후 적용 범위 검토</a:t>
            </a:r>
            <a:endParaRPr lang="ko-KR" sz="1950" dirty="0">
              <a:ea typeface="Pretendard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9600" y="6305550"/>
            <a:ext cx="10972800" cy="0"/>
          </a:xfrm>
          <a:prstGeom prst="line">
            <a:avLst/>
          </a:prstGeom>
          <a:noFill/>
          <a:ln w="19050">
            <a:solidFill>
              <a:srgbClr val="C7D0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9600" y="6486525"/>
            <a:ext cx="8572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7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사내 문서 검색 제안  /  가상 기획 예제 · 실측 결과 아님</a:t>
            </a:r>
            <a:endParaRPr lang="ko-KR" sz="975" dirty="0">
              <a:ea typeface="Pretendard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0858500" y="6477000"/>
            <a:ext cx="723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12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03</a:t>
            </a:r>
            <a:endParaRPr lang="ko-KR" sz="1125" dirty="0">
              <a:ea typeface="Pretendard"/>
            </a:endParaRPr>
          </a:p>
        </p:txBody>
      </p:sp>
    </p:spTree>
  </p:cSld>
  <p:clrMapOvr>
    <a:masterClrMapping/>
  </p:clrMapOvr>
</p:sld>
</file>

<file path=ppt/theme/clean-notes-notesMaster1.xml.rels-theme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스튜디오 스타일 예제</dc:title>
  <dc:subject>가상 기획 제안</dc:subject>
  <dc:creator>Clean PPT</dc:creator>
  <cp:lastModifiedBy>Clean PPT</cp:lastModifiedBy>
  <cp:revision>1</cp:revision>
  <dcterms:created xsi:type="dcterms:W3CDTF">2026-10-22T02:46:28Z</dcterms:created>
  <dcterms:modified xsi:type="dcterms:W3CDTF">2026-10-22T02:46:28Z</dcterms:modified>
</cp:coreProperties>
</file>