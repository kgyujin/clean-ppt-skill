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clean-notes-notesMaster1.xml.rels-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
		<Relationship Id="rId1" Type="http://schemas.openxmlformats.org/officeDocument/2006/relationships/theme" Target="../theme/clean-notes-notesMaster1.xml.rels-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ko-KR">
                <a:ea typeface="Pretendard"/>
              </a:defRPr>
            </a:lvl1pPr>
          </a:lstStyle>
          <a:p>
            <a:fld id="{5282F153-3F37-0F45-9E97-73ACFA13230C}" type="datetimeFigureOut">
              <a:rPr lang="ko-KR">
                <a:ea typeface="Pretendard"/>
              </a:rPr>
              <a:t>7/23/19</a:t>
            </a:fld>
            <a:endParaRPr lang="ko-KR">
              <a:ea typeface="Pretendard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>
              <a:ea typeface="Pretendard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>
                <a:ea typeface="Pretendard"/>
              </a:rPr>
              <a:t>Click to edit Master text styles</a:t>
            </a:r>
          </a:p>
          <a:p>
            <a:pPr lvl="1"/>
            <a:r>
              <a:rPr lang="ko-KR">
                <a:ea typeface="Pretendard"/>
              </a:rPr>
              <a:t>Second level</a:t>
            </a:r>
          </a:p>
          <a:p>
            <a:pPr lvl="2"/>
            <a:r>
              <a:rPr lang="ko-KR">
                <a:ea typeface="Pretendard"/>
              </a:rPr>
              <a:t>Third level</a:t>
            </a:r>
          </a:p>
          <a:p>
            <a:pPr lvl="3"/>
            <a:r>
              <a:rPr lang="ko-KR">
                <a:ea typeface="Pretendard"/>
              </a:rPr>
              <a:t>Fourth level</a:t>
            </a:r>
          </a:p>
          <a:p>
            <a:pPr lvl="4"/>
            <a:r>
              <a:rPr lang="ko-KR">
                <a:ea typeface="Pretendard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ko-KR">
                <a:ea typeface="Pretendard"/>
              </a:defRPr>
            </a:lvl1pPr>
          </a:lstStyle>
          <a:p>
            <a:fld id="{CE5E9CC1-C706-0F49-92D6-E571CC5EEA8F}" type="slidenum">
              <a:rPr lang="ko-KR">
                <a:ea typeface="Pretendard"/>
              </a:rPr>
              <a:t>‹#›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사내 문서 검색 제안. 팀이 자주 묻는 질문에서 시작합니다.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도움을 줄 업무와 남길 판단. 자동화 범위를 넓히기 전에 책임을 구분합니다.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2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시험과 후속 검토. 측정값을 미리 정하지 않고, 관찰할 질문을 정합니다.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3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ko-KR">
          <a:solidFill>
            <a:schemeClr val="tx1"/>
          </a:solidFill>
          <a:latin typeface="+mj-lt"/>
          <a:ea typeface="Pretendard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9pPr>
    </p:bodyStyle>
    <p:otherStyle>
      <a:defPPr>
        <a:defRPr lang="ko-KR">
          <a:ea typeface="Pretendard"/>
        </a:defRPr>
      </a:defPPr>
      <a:lvl1pPr marL="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457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914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371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18288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2860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743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200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657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5F1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533C"/>
          </a:solidFill>
          <a:ln w="12700">
            <a:solidFill>
              <a:srgbClr val="7953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600" y="28575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7953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 /   웜 리포트</a:t>
            </a:r>
            <a:endParaRPr lang="ko-KR" sz="12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9600" y="7620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</a:t>
            </a:r>
            <a:endParaRPr lang="ko-KR" sz="3300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09600" y="154305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팀이 자주 묻는 질문에서 시작합니다.</a:t>
            </a:r>
            <a:endParaRPr lang="ko-KR" sz="1725" dirty="0">
              <a:ea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2324100"/>
            <a:ext cx="6515100" cy="34194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00325"/>
            <a:ext cx="5857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7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질문의 다음 단계</a:t>
            </a:r>
            <a:endParaRPr lang="ko-KR" sz="2700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3390900"/>
            <a:ext cx="581025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625" b="1" dirty="0">
                <a:solidFill>
                  <a:srgbClr val="7953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탐색과 답변 초안을</a:t>
            </a:r>
            <a:endParaRPr lang="ko-KR" sz="2625" dirty="0">
              <a:ea typeface="Pretendard"/>
            </a:endParaRPr>
          </a:p>
          <a:p>
            <a:pPr algn="l" indent="0" marL="0">
              <a:buNone/>
            </a:pPr>
            <a:r>
              <a:rPr lang="ko-KR" sz="2625" b="1" dirty="0">
                <a:solidFill>
                  <a:srgbClr val="7953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흐름으로 연결합니다.</a:t>
            </a:r>
            <a:endParaRPr lang="ko-KR" sz="2625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14400" y="4933950"/>
            <a:ext cx="5715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확인과 최종 판단은 담당자가 맡습니다.</a:t>
            </a:r>
            <a:endParaRPr lang="ko-KR" sz="187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696200" y="2466975"/>
            <a:ext cx="371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7953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시험의 범위</a:t>
            </a:r>
            <a:endParaRPr lang="ko-KR" sz="2100" dirty="0"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96200" y="3000375"/>
            <a:ext cx="3886200" cy="0"/>
          </a:xfrm>
          <a:prstGeom prst="line">
            <a:avLst/>
          </a:prstGeom>
          <a:noFill/>
          <a:ln w="19050">
            <a:solidFill>
              <a:srgbClr val="CF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96200" y="3133725"/>
            <a:ext cx="3714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325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30개 안내문</a:t>
            </a:r>
            <a:endParaRPr lang="ko-KR" sz="2325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696200" y="3667125"/>
            <a:ext cx="3714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사내 문서 정리</a:t>
            </a:r>
            <a:endParaRPr lang="ko-KR" sz="1650" dirty="0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96200" y="4295775"/>
            <a:ext cx="3886200" cy="0"/>
          </a:xfrm>
          <a:prstGeom prst="line">
            <a:avLst/>
          </a:prstGeom>
          <a:noFill/>
          <a:ln w="19050">
            <a:solidFill>
              <a:srgbClr val="CF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96200" y="4429125"/>
            <a:ext cx="3714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325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3명 · 2주</a:t>
            </a:r>
            <a:endParaRPr lang="ko-KR" sz="2325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696200" y="4962525"/>
            <a:ext cx="3714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질문과 미응답 기록</a:t>
            </a:r>
            <a:endParaRPr lang="ko-KR" sz="1650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9600" y="63055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96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5F1E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9600" y="28575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7953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 /   웜 리포트</a:t>
            </a:r>
            <a:endParaRPr lang="ko-KR" sz="12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7620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도움을 줄 업무와 남길 판단</a:t>
            </a:r>
            <a:endParaRPr lang="ko-KR" sz="33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9600" y="154305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범위를 넓히기 전에 책임을 구분합니다.</a:t>
            </a:r>
            <a:endParaRPr lang="ko-KR" sz="1725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09600" y="2390775"/>
            <a:ext cx="485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325" b="1" dirty="0">
                <a:solidFill>
                  <a:srgbClr val="7953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도움을 줄 업무</a:t>
            </a:r>
            <a:endParaRPr lang="ko-KR" sz="232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19850" y="2390775"/>
            <a:ext cx="4953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325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담당자가 할 일</a:t>
            </a:r>
            <a:endParaRPr lang="ko-KR" sz="2325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600" y="3048000"/>
            <a:ext cx="5048250" cy="8953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8200" y="329565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관련된 안내문 찾기</a:t>
            </a:r>
            <a:endParaRPr lang="ko-KR" sz="2025" dirty="0"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19850" y="3048000"/>
            <a:ext cx="5162550" cy="895350"/>
          </a:xfrm>
          <a:prstGeom prst="rect">
            <a:avLst/>
          </a:prstGeom>
          <a:solidFill>
            <a:srgbClr val="E8DDD1"/>
          </a:solidFill>
          <a:ln w="12700">
            <a:solidFill>
              <a:srgbClr val="E8DD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8450" y="3295650"/>
            <a:ext cx="4705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문서가 최신인지 확인하기</a:t>
            </a:r>
            <a:endParaRPr lang="ko-KR" sz="2025" dirty="0"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9600" y="4152900"/>
            <a:ext cx="5048250" cy="8953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200" y="440055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출처와 답변 초안 함께 제시</a:t>
            </a:r>
            <a:endParaRPr lang="ko-KR" sz="2025" dirty="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19850" y="4152900"/>
            <a:ext cx="5162550" cy="895350"/>
          </a:xfrm>
          <a:prstGeom prst="rect">
            <a:avLst/>
          </a:prstGeom>
          <a:solidFill>
            <a:srgbClr val="E8DDD1"/>
          </a:solidFill>
          <a:ln w="12700">
            <a:solidFill>
              <a:srgbClr val="E8DDD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48450" y="4400550"/>
            <a:ext cx="4705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내용과 근거가 맞는지 검토하기</a:t>
            </a:r>
            <a:endParaRPr lang="ko-KR" sz="2025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09600" y="5514975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7953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문서와 자동 의사결정은 초기 시험에서 제외합니다.</a:t>
            </a:r>
            <a:endParaRPr lang="ko-KR" sz="1875" dirty="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" y="63055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6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5F1E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9600" y="28575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7953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 /   웜 리포트</a:t>
            </a:r>
            <a:endParaRPr lang="ko-KR" sz="12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7620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시험과 후속 검토</a:t>
            </a:r>
            <a:endParaRPr lang="ko-KR" sz="33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9600" y="154305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측정값을 미리 정하지 않고, 관찰할 질문을 정합니다.</a:t>
            </a:r>
            <a:endParaRPr lang="ko-KR" sz="1725" dirty="0">
              <a:ea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33450" y="2647950"/>
            <a:ext cx="0" cy="1466850"/>
          </a:xfrm>
          <a:prstGeom prst="line">
            <a:avLst/>
          </a:prstGeom>
          <a:noFill/>
          <a:ln w="19050">
            <a:solidFill>
              <a:srgbClr val="B6A4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600" y="4762500"/>
            <a:ext cx="10972800" cy="0"/>
          </a:xfrm>
          <a:prstGeom prst="line">
            <a:avLst/>
          </a:prstGeom>
          <a:noFill/>
          <a:ln w="19050">
            <a:solidFill>
              <a:srgbClr val="B6A4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3900" y="2390775"/>
            <a:ext cx="419100" cy="419100"/>
          </a:xfrm>
          <a:prstGeom prst="rect">
            <a:avLst/>
          </a:prstGeom>
          <a:solidFill>
            <a:srgbClr val="79533C"/>
          </a:solidFill>
          <a:ln w="12700">
            <a:solidFill>
              <a:srgbClr val="7953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9150" y="24574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ko-KR" sz="1650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524000" y="2390775"/>
            <a:ext cx="2381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7953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첫째 주</a:t>
            </a:r>
            <a:endParaRPr lang="ko-KR" sz="217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619500" y="2390775"/>
            <a:ext cx="77533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안내문 30개 정리 · 계획</a:t>
            </a:r>
            <a:endParaRPr lang="ko-KR" sz="210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619500" y="2895600"/>
            <a:ext cx="7753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최신본과 공개 범위를 확인합니다.</a:t>
            </a:r>
            <a:endParaRPr lang="ko-KR" sz="1800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23900" y="3695700"/>
            <a:ext cx="419100" cy="419100"/>
          </a:xfrm>
          <a:prstGeom prst="rect">
            <a:avLst/>
          </a:prstGeom>
          <a:solidFill>
            <a:srgbClr val="79533C"/>
          </a:solidFill>
          <a:ln w="12700">
            <a:solidFill>
              <a:srgbClr val="7953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9150" y="376237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ko-KR" sz="1650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524000" y="3695700"/>
            <a:ext cx="2381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7953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둘째 주</a:t>
            </a:r>
            <a:endParaRPr lang="ko-KR" sz="2175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619500" y="3695700"/>
            <a:ext cx="77533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3명과 질문 시험 · 계획</a:t>
            </a:r>
            <a:endParaRPr lang="ko-KR" sz="2100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619500" y="4200525"/>
            <a:ext cx="7753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답변과 출처를 함께 살펴봅니다.</a:t>
            </a:r>
            <a:endParaRPr lang="ko-KR" sz="1800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23900" y="5000625"/>
            <a:ext cx="419100" cy="419100"/>
          </a:xfrm>
          <a:prstGeom prst="rect">
            <a:avLst/>
          </a:prstGeom>
          <a:solidFill>
            <a:srgbClr val="79533C"/>
          </a:solidFill>
          <a:ln w="12700">
            <a:solidFill>
              <a:srgbClr val="7953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9150" y="506730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ko-KR" sz="1650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524000" y="5000625"/>
            <a:ext cx="2381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7953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이후</a:t>
            </a:r>
            <a:endParaRPr lang="ko-KR" sz="2175" dirty="0">
              <a:ea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3619500" y="5000625"/>
            <a:ext cx="77533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답하지 못한 질문 보완</a:t>
            </a:r>
            <a:endParaRPr lang="ko-KR" sz="2100" dirty="0"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619500" y="5505450"/>
            <a:ext cx="7753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정확성, 응답시간과 비용은 별도 확인합니다.</a:t>
            </a:r>
            <a:endParaRPr lang="ko-KR" sz="1800" dirty="0">
              <a:ea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600" y="63055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96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theme/clean-notes-notesMaster1.xml.rels-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웜 리포트 스타일 예제</dc:title>
  <dc:subject>가상 기획 제안</dc:subject>
  <dc:creator>Clean PPT</dc:creator>
  <cp:lastModifiedBy>Clean PPT</cp:lastModifiedBy>
  <cp:revision>1</cp:revision>
  <dcterms:created xsi:type="dcterms:W3CDTF">2026-10-22T02:46:26Z</dcterms:created>
  <dcterms:modified xsi:type="dcterms:W3CDTF">2026-10-22T02:46:26Z</dcterms:modified>
</cp:coreProperties>
</file>