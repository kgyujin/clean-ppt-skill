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clean-notes-notesMaster1.xml.rels-theme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>
  <ns0:sldMasterIdLst>
    <ns0:sldMasterId id="2147483648" ns1:id="rId1"/>
  </ns0:sldMasterIdLst>
  <ns0:sldIdLst>
    <ns0:sldId id="256" ns1:id="rId2"/>
    <ns0:sldId id="257" ns1:id="rId3"/>
    <ns0:sldId id="258" ns1:id="rId4"/>
    <ns0:sldId id="259" ns1:id="rId5"/>
    <ns0:sldId id="260" ns1:id="rId6"/>
  </ns0:sldIdLst>
  <ns0:notesMasterIdLst>
    <ns0:notesMasterId ns1:id="rId7"/>
  </ns0:notesMasterIdLst>
  <ns0:sldSz cx="12192000" cy="6858000"/>
  <ns0:notesSz cx="6858000" cy="12192000"/>
  <ns0:defaultTextStyle>
    <ns2:lvl1pPr marL="0" algn="l" defTabSz="914400" rtl="0" eaLnBrk="1" latinLnBrk="0" hangingPunct="1">
      <ns2:defRPr sz="1800" kern="1200" lang="ko-KR">
        <ns2:solidFill>
          <ns2:schemeClr val="tx1"/>
        </ns2:solidFill>
        <ns2:latin typeface="+mn-lt"/>
        <ns2:ea typeface="Pretendard"/>
        <ns2:cs typeface="+mn-cs"/>
      </ns2:defRPr>
    </ns2:lvl1pPr>
    <ns2:lvl2pPr marL="457200" algn="l" defTabSz="914400" rtl="0" eaLnBrk="1" latinLnBrk="0" hangingPunct="1">
      <ns2:defRPr sz="1800" kern="1200" lang="ko-KR">
        <ns2:solidFill>
          <ns2:schemeClr val="tx1"/>
        </ns2:solidFill>
        <ns2:latin typeface="+mn-lt"/>
        <ns2:ea typeface="Pretendard"/>
        <ns2:cs typeface="+mn-cs"/>
      </ns2:defRPr>
    </ns2:lvl2pPr>
    <ns2:lvl3pPr marL="914400" algn="l" defTabSz="914400" rtl="0" eaLnBrk="1" latinLnBrk="0" hangingPunct="1">
      <ns2:defRPr sz="1800" kern="1200" lang="ko-KR">
        <ns2:solidFill>
          <ns2:schemeClr val="tx1"/>
        </ns2:solidFill>
        <ns2:latin typeface="+mn-lt"/>
        <ns2:ea typeface="Pretendard"/>
        <ns2:cs typeface="+mn-cs"/>
      </ns2:defRPr>
    </ns2:lvl3pPr>
    <ns2:lvl4pPr marL="1371600" algn="l" defTabSz="914400" rtl="0" eaLnBrk="1" latinLnBrk="0" hangingPunct="1">
      <ns2:defRPr sz="1800" kern="1200" lang="ko-KR">
        <ns2:solidFill>
          <ns2:schemeClr val="tx1"/>
        </ns2:solidFill>
        <ns2:latin typeface="+mn-lt"/>
        <ns2:ea typeface="Pretendard"/>
        <ns2:cs typeface="+mn-cs"/>
      </ns2:defRPr>
    </ns2:lvl4pPr>
    <ns2:lvl5pPr marL="1828800" algn="l" defTabSz="914400" rtl="0" eaLnBrk="1" latinLnBrk="0" hangingPunct="1">
      <ns2:defRPr sz="1800" kern="1200" lang="ko-KR">
        <ns2:solidFill>
          <ns2:schemeClr val="tx1"/>
        </ns2:solidFill>
        <ns2:latin typeface="+mn-lt"/>
        <ns2:ea typeface="Pretendard"/>
        <ns2:cs typeface="+mn-cs"/>
      </ns2:defRPr>
    </ns2:lvl5pPr>
    <ns2:lvl6pPr marL="2286000" algn="l" defTabSz="914400" rtl="0" eaLnBrk="1" latinLnBrk="0" hangingPunct="1">
      <ns2:defRPr sz="1800" kern="1200" lang="ko-KR">
        <ns2:solidFill>
          <ns2:schemeClr val="tx1"/>
        </ns2:solidFill>
        <ns2:latin typeface="+mn-lt"/>
        <ns2:ea typeface="Pretendard"/>
        <ns2:cs typeface="+mn-cs"/>
      </ns2:defRPr>
    </ns2:lvl6pPr>
    <ns2:lvl7pPr marL="2743200" algn="l" defTabSz="914400" rtl="0" eaLnBrk="1" latinLnBrk="0" hangingPunct="1">
      <ns2:defRPr sz="1800" kern="1200" lang="ko-KR">
        <ns2:solidFill>
          <ns2:schemeClr val="tx1"/>
        </ns2:solidFill>
        <ns2:latin typeface="+mn-lt"/>
        <ns2:ea typeface="Pretendard"/>
        <ns2:cs typeface="+mn-cs"/>
      </ns2:defRPr>
    </ns2:lvl7pPr>
    <ns2:lvl8pPr marL="3200400" algn="l" defTabSz="914400" rtl="0" eaLnBrk="1" latinLnBrk="0" hangingPunct="1">
      <ns2:defRPr sz="1800" kern="1200" lang="ko-KR">
        <ns2:solidFill>
          <ns2:schemeClr val="tx1"/>
        </ns2:solidFill>
        <ns2:latin typeface="+mn-lt"/>
        <ns2:ea typeface="Pretendard"/>
        <ns2:cs typeface="+mn-cs"/>
      </ns2:defRPr>
    </ns2:lvl8pPr>
    <ns2:lvl9pPr marL="3657600" algn="l" defTabSz="914400" rtl="0" eaLnBrk="1" latinLnBrk="0" hangingPunct="1">
      <ns2:defRPr sz="1800" kern="1200" lang="ko-KR">
        <ns2:solidFill>
          <ns2:schemeClr val="tx1"/>
        </ns2:solidFill>
        <ns2:latin typeface="+mn-lt"/>
        <ns2:ea typeface="Pretendard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
		<Relationship Id="rId1" Type="http://schemas.openxmlformats.org/officeDocument/2006/relationships/theme" Target="../theme/clean-notes-notesMaster1.xml.rels-theme.xml"/>
		</Relationships>
</file>

<file path=ppt/notesMasters/notesMaster1.xml><?xml version="1.0" encoding="utf-8"?>
<ns0:notesMaster xmlns:ns0="http://schemas.openxmlformats.org/presentationml/2006/main" xmlns:ns1="http://schemas.openxmlformats.org/drawingml/2006/main" xmlns:ns2="http://schemas.microsoft.com/office/powerpoint/2010/main">
  <ns0:cSld>
    <ns0:bg>
      <ns0:bgRef idx="1001">
        <ns1:schemeClr val="bg1"/>
      </ns0:bgRef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Header Placeholder 1"/>
          <ns0:cNvSpPr>
            <ns1:spLocks noGrp="1"/>
          </ns0:cNvSpPr>
          <ns0:nvPr>
            <ns0:ph type="hdr" sz="quarter"/>
          </ns0:nvPr>
        </ns0:nvSpPr>
        <ns0:spPr>
          <ns1:xfrm>
            <ns1:off x="0" y="0"/>
            <ns1:ext cx="2971800" cy="458788"/>
          </ns1:xfrm>
          <ns1:prstGeom prst="rect">
            <ns1:avLst/>
          </ns1:prstGeom>
        </ns0:spPr>
        <ns0:txBody>
          <ns1:bodyPr vert="horz" lIns="91440" tIns="45720" rIns="91440" bIns="45720" rtlCol="0"/>
          <ns1:lstStyle>
            <ns1:lvl1pPr algn="l">
              <ns1:defRPr sz="1200" lang="ko-KR">
                <ns1:ea typeface="Pretendard"/>
              </ns1:defRPr>
            </ns1:lvl1pPr>
          </ns1:lstStyle>
          <ns1:p>
            <ns1:endParaRPr lang="ko-KR">
              <ns1:ea typeface="Pretendard"/>
            </ns1:endParaRPr>
          </ns1:p>
        </ns0:txBody>
      </ns0:sp>
      <ns0:sp>
        <ns0:nvSpPr>
          <ns0:cNvPr id="3" name="Date Placeholder 2"/>
          <ns0:cNvSpPr>
            <ns1:spLocks noGrp="1"/>
          </ns0:cNvSpPr>
          <ns0:nvPr>
            <ns0:ph type="dt" idx="1"/>
          </ns0:nvPr>
        </ns0:nvSpPr>
        <ns0:spPr>
          <ns1:xfrm>
            <ns1:off x="3884613" y="0"/>
            <ns1:ext cx="2971800" cy="458788"/>
          </ns1:xfrm>
          <ns1:prstGeom prst="rect">
            <ns1:avLst/>
          </ns1:prstGeom>
        </ns0:spPr>
        <ns0:txBody>
          <ns1:bodyPr vert="horz" lIns="91440" tIns="45720" rIns="91440" bIns="45720" rtlCol="0"/>
          <ns1:lstStyle>
            <ns1:lvl1pPr algn="r">
              <ns1:defRPr sz="1200" lang="ko-KR">
                <ns1:ea typeface="Pretendard"/>
              </ns1:defRPr>
            </ns1:lvl1pPr>
          </ns1:lstStyle>
          <ns1:p>
            <ns1:fld id="{5282F153-3F37-0F45-9E97-73ACFA13230C}" type="datetimeFigureOut">
              <ns1:rPr lang="ko-KR">
                <ns1:ea typeface="Pretendard"/>
              </ns1:rPr>
              <ns1:t>7/23/19</ns1:t>
            </ns1:fld>
            <ns1:endParaRPr lang="ko-KR">
              <ns1:ea typeface="Pretendard"/>
            </ns1:endParaRPr>
          </ns1:p>
        </ns0:txBody>
      </ns0:sp>
      <ns0:sp>
        <ns0:nvSpPr>
          <ns0:cNvPr id="4" name="Slide Image Placeholder 3"/>
          <ns0:cNvSpPr>
            <ns1:spLocks noGrp="1" noRot="1" noChangeAspect="1"/>
          </ns0:cNvSpPr>
          <ns0:nvPr>
            <ns0:ph type="sldImg" idx="2"/>
          </ns0:nvPr>
        </ns0:nvSpPr>
        <ns0:spPr>
          <ns1:xfrm>
            <ns1:off x="685800" y="1143000"/>
            <ns1:ext cx="5486400" cy="3086100"/>
          </ns1:xfrm>
          <ns1:prstGeom prst="rect">
            <ns1:avLst/>
          </ns1:prstGeom>
          <ns1:noFill/>
          <ns1:ln w="12700">
            <ns1:solidFill>
              <ns1:prstClr val="black"/>
            </ns1:solidFill>
          </ns1:ln>
        </ns0:spPr>
        <ns0:txBody>
          <ns1:bodyPr vert="horz" lIns="91440" tIns="45720" rIns="91440" bIns="45720" rtlCol="0" anchor="ctr"/>
          <ns1:lstStyle/>
          <ns1:p>
            <ns1:endParaRPr lang="ko-KR">
              <ns1:ea typeface="Pretendard"/>
            </ns1:endParaRPr>
          </ns1:p>
        </ns0:txBody>
      </ns0:sp>
      <ns0:sp>
        <ns0:nvSpPr>
          <ns0:cNvPr id="5" name="Notes Placeholder 4"/>
          <ns0:cNvSpPr>
            <ns1:spLocks noGrp="1"/>
          </ns0:cNvSpPr>
          <ns0:nvPr>
            <ns0:ph type="body" sz="quarter" idx="3"/>
          </ns0:nvPr>
        </ns0:nvSpPr>
        <ns0:spPr>
          <ns1:xfrm>
            <ns1:off x="685800" y="4400550"/>
            <ns1:ext cx="5486400" cy="3600450"/>
          </ns1:xfrm>
          <ns1:prstGeom prst="rect">
            <ns1:avLst/>
          </ns1:prstGeom>
        </ns0:spPr>
        <ns0:txBody>
          <ns1:bodyPr vert="horz" lIns="91440" tIns="45720" rIns="91440" bIns="45720" rtlCol="0"/>
          <ns1:lstStyle/>
          <ns1:p>
            <ns1:pPr lvl="0"/>
            <ns1:r>
              <ns1:rPr lang="ko-KR">
                <ns1:ea typeface="Pretendard"/>
              </ns1:rPr>
              <ns1:t>Click to edit Master text styles</ns1:t>
            </ns1:r>
          </ns1:p>
          <ns1:p>
            <ns1:pPr lvl="1"/>
            <ns1:r>
              <ns1:rPr lang="ko-KR">
                <ns1:ea typeface="Pretendard"/>
              </ns1:rPr>
              <ns1:t>Second level</ns1:t>
            </ns1:r>
          </ns1:p>
          <ns1:p>
            <ns1:pPr lvl="2"/>
            <ns1:r>
              <ns1:rPr lang="ko-KR">
                <ns1:ea typeface="Pretendard"/>
              </ns1:rPr>
              <ns1:t>Third level</ns1:t>
            </ns1:r>
          </ns1:p>
          <ns1:p>
            <ns1:pPr lvl="3"/>
            <ns1:r>
              <ns1:rPr lang="ko-KR">
                <ns1:ea typeface="Pretendard"/>
              </ns1:rPr>
              <ns1:t>Fourth level</ns1:t>
            </ns1:r>
          </ns1:p>
          <ns1:p>
            <ns1:pPr lvl="4"/>
            <ns1:r>
              <ns1:rPr lang="ko-KR">
                <ns1:ea typeface="Pretendard"/>
              </ns1:rPr>
              <ns1:t>Fifth level</ns1:t>
            </ns1:r>
          </ns1:p>
        </ns0:txBody>
      </ns0:sp>
      <ns0:sp>
        <ns0:nvSpPr>
          <ns0:cNvPr id="6" name="Footer Placeholder 5"/>
          <ns0:cNvSpPr>
            <ns1:spLocks noGrp="1"/>
          </ns0:cNvSpPr>
          <ns0:nvPr>
            <ns0:ph type="ftr" sz="quarter" idx="4"/>
          </ns0:nvPr>
        </ns0:nvSpPr>
        <ns0:spPr>
          <ns1:xfrm>
            <ns1:off x="0" y="8685213"/>
            <ns1:ext cx="2971800" cy="458787"/>
          </ns1:xfrm>
          <ns1:prstGeom prst="rect">
            <ns1:avLst/>
          </ns1:prstGeom>
        </ns0:spPr>
        <ns0:txBody>
          <ns1:bodyPr vert="horz" lIns="91440" tIns="45720" rIns="91440" bIns="45720" rtlCol="0" anchor="b"/>
          <ns1:lstStyle>
            <ns1:lvl1pPr algn="l">
              <ns1:defRPr sz="1200" lang="ko-KR">
                <ns1:ea typeface="Pretendard"/>
              </ns1:defRPr>
            </ns1:lvl1pPr>
          </ns1:lstStyle>
          <ns1:p>
            <ns1:endParaRPr lang="ko-KR">
              <ns1:ea typeface="Pretendard"/>
            </ns1:endParaRPr>
          </ns1:p>
        </ns0:txBody>
      </ns0:sp>
      <ns0:sp>
        <ns0:nvSpPr>
          <ns0:cNvPr id="7" name="Slide Number Placeholder 6"/>
          <ns0:cNvSpPr>
            <ns1:spLocks noGrp="1"/>
          </ns0:cNvSpPr>
          <ns0:nvPr>
            <ns0:ph type="sldNum" sz="quarter" idx="5"/>
          </ns0:nvPr>
        </ns0:nvSpPr>
        <ns0:spPr>
          <ns1:xfrm>
            <ns1:off x="3884613" y="8685213"/>
            <ns1:ext cx="2971800" cy="458787"/>
          </ns1:xfrm>
          <ns1:prstGeom prst="rect">
            <ns1:avLst/>
          </ns1:prstGeom>
        </ns0:spPr>
        <ns0:txBody>
          <ns1:bodyPr vert="horz" lIns="91440" tIns="45720" rIns="91440" bIns="45720" rtlCol="0" anchor="b"/>
          <ns1:lstStyle>
            <ns1:lvl1pPr algn="r">
              <ns1:defRPr sz="1200" lang="ko-KR">
                <ns1:ea typeface="Pretendard"/>
              </ns1:defRPr>
            </ns1:lvl1pPr>
          </ns1:lstStyle>
          <ns1:p>
            <ns1:fld id="{CE5E9CC1-C706-0F49-92D6-E571CC5EEA8F}" type="slidenum">
              <ns1:rPr lang="ko-KR">
                <ns1:ea typeface="Pretendard"/>
              </ns1:rPr>
              <ns1:t>‹#›</ns1:t>
            </ns1:fld>
            <ns1:endParaRPr lang="ko-KR">
              <ns1:ea typeface="Pretendard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 bg1="lt1" tx1="dk1" bg2="lt2" tx2="dk2" accent1="accent1" accent2="accent2" accent3="accent3" accent4="accent4" accent5="accent5" accent6="accent6" hlink="hlink" folHlink="folHlink"/>
  <ns0:notesStyle>
    <ns1:lvl1pPr marL="0" algn="l" defTabSz="914400" rtl="0" eaLnBrk="1" latinLnBrk="0" hangingPunct="1">
      <ns1:defRPr sz="1200" kern="1200" lang="ko-KR">
        <ns1:solidFill>
          <ns1:schemeClr val="tx1"/>
        </ns1:solidFill>
        <ns1:latin typeface="+mn-lt"/>
        <ns1:ea typeface="Pretendard"/>
        <ns1:cs typeface="+mn-cs"/>
      </ns1:defRPr>
    </ns1:lvl1pPr>
    <ns1:lvl2pPr marL="457200" algn="l" defTabSz="914400" rtl="0" eaLnBrk="1" latinLnBrk="0" hangingPunct="1">
      <ns1:defRPr sz="1200" kern="1200" lang="ko-KR">
        <ns1:solidFill>
          <ns1:schemeClr val="tx1"/>
        </ns1:solidFill>
        <ns1:latin typeface="+mn-lt"/>
        <ns1:ea typeface="Pretendard"/>
        <ns1:cs typeface="+mn-cs"/>
      </ns1:defRPr>
    </ns1:lvl2pPr>
    <ns1:lvl3pPr marL="914400" algn="l" defTabSz="914400" rtl="0" eaLnBrk="1" latinLnBrk="0" hangingPunct="1">
      <ns1:defRPr sz="1200" kern="1200" lang="ko-KR">
        <ns1:solidFill>
          <ns1:schemeClr val="tx1"/>
        </ns1:solidFill>
        <ns1:latin typeface="+mn-lt"/>
        <ns1:ea typeface="Pretendard"/>
        <ns1:cs typeface="+mn-cs"/>
      </ns1:defRPr>
    </ns1:lvl3pPr>
    <ns1:lvl4pPr marL="1371600" algn="l" defTabSz="914400" rtl="0" eaLnBrk="1" latinLnBrk="0" hangingPunct="1">
      <ns1:defRPr sz="1200" kern="1200" lang="ko-KR">
        <ns1:solidFill>
          <ns1:schemeClr val="tx1"/>
        </ns1:solidFill>
        <ns1:latin typeface="+mn-lt"/>
        <ns1:ea typeface="Pretendard"/>
        <ns1:cs typeface="+mn-cs"/>
      </ns1:defRPr>
    </ns1:lvl4pPr>
    <ns1:lvl5pPr marL="1828800" algn="l" defTabSz="914400" rtl="0" eaLnBrk="1" latinLnBrk="0" hangingPunct="1">
      <ns1:defRPr sz="1200" kern="1200" lang="ko-KR">
        <ns1:solidFill>
          <ns1:schemeClr val="tx1"/>
        </ns1:solidFill>
        <ns1:latin typeface="+mn-lt"/>
        <ns1:ea typeface="Pretendard"/>
        <ns1:cs typeface="+mn-cs"/>
      </ns1:defRPr>
    </ns1:lvl5pPr>
    <ns1:lvl6pPr marL="2286000" algn="l" defTabSz="914400" rtl="0" eaLnBrk="1" latinLnBrk="0" hangingPunct="1">
      <ns1:defRPr sz="1200" kern="1200" lang="ko-KR">
        <ns1:solidFill>
          <ns1:schemeClr val="tx1"/>
        </ns1:solidFill>
        <ns1:latin typeface="+mn-lt"/>
        <ns1:ea typeface="Pretendard"/>
        <ns1:cs typeface="+mn-cs"/>
      </ns1:defRPr>
    </ns1:lvl6pPr>
    <ns1:lvl7pPr marL="2743200" algn="l" defTabSz="914400" rtl="0" eaLnBrk="1" latinLnBrk="0" hangingPunct="1">
      <ns1:defRPr sz="1200" kern="1200" lang="ko-KR">
        <ns1:solidFill>
          <ns1:schemeClr val="tx1"/>
        </ns1:solidFill>
        <ns1:latin typeface="+mn-lt"/>
        <ns1:ea typeface="Pretendard"/>
        <ns1:cs typeface="+mn-cs"/>
      </ns1:defRPr>
    </ns1:lvl7pPr>
    <ns1:lvl8pPr marL="3200400" algn="l" defTabSz="914400" rtl="0" eaLnBrk="1" latinLnBrk="0" hangingPunct="1">
      <ns1:defRPr sz="1200" kern="1200" lang="ko-KR">
        <ns1:solidFill>
          <ns1:schemeClr val="tx1"/>
        </ns1:solidFill>
        <ns1:latin typeface="+mn-lt"/>
        <ns1:ea typeface="Pretendard"/>
        <ns1:cs typeface="+mn-cs"/>
      </ns1:defRPr>
    </ns1:lvl8pPr>
    <ns1:lvl9pPr marL="3657600" algn="l" defTabSz="914400" rtl="0" eaLnBrk="1" latinLnBrk="0" hangingPunct="1">
      <ns1:defRPr sz="1200" kern="1200" lang="ko-KR">
        <ns1:solidFill>
          <ns1:schemeClr val="tx1"/>
        </ns1:solidFill>
        <ns1:latin typeface="+mn-lt"/>
        <ns1:ea typeface="Pretendard"/>
        <ns1:cs typeface="+mn-cs"/>
      </ns1:defRPr>
    </ns1:lvl9pPr>
  </ns0:notesStyle>
</ns0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ko-KR" dirty="0">
                <ns1:ea typeface="Pretendard"/>
              </ns1:rPr>
              <ns1:t>약 35초. 반복 질문과 최신 문서를 찾는 어려움을 먼저 짚습니다. 공개 가능한 안내 문서만 모아 작은 범위로 시작하는 제안이며, 아직 구현이나 성과를 검증한 상태는 아닙니다.</ns1:t>
            </ns1:r>
            <ns1:endParaRPr lang="ko-KR" dirty="0">
              <ns1:ea typeface="Pretendard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ko-KR">
                <ns1:ea typeface="Pretendard"/>
              </ns1:rPr>
              <ns1:t>1</ns1:t>
            </ns1:fld>
            <ns1:endParaRPr lang="ko-KR">
              <ns1:ea typeface="Pretendard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2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ko-KR" dirty="0">
                <ns1:ea typeface="Pretendard"/>
              </ns1:rPr>
              <ns1:t>약 35초. 왼쪽에서 오른쪽으로 질문, 관련 문서 검색, 답변 초안 순서로 설명합니다. 답변만 제시하는 것이 아니라 참고 문서를 함께 보여 주는 제안입니다. 초기에는 권한이 필요한 문서를 제외합니다.</ns1:t>
            </ns1:r>
            <ns1:endParaRPr lang="ko-KR" dirty="0">
              <ns1:ea typeface="Pretendard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ko-KR">
                <ns1:ea typeface="Pretendard"/>
              </ns1:rPr>
              <ns1:t>2</ns1:t>
            </ns1:fld>
            <ns1:endParaRPr lang="ko-KR">
              <ns1:ea typeface="Pretendard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3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ko-KR" dirty="0">
                <ns1:ea typeface="Pretendard"/>
              </ns1:rPr>
              <ns1:t>약 35초. 1주차에는 30개 문서를 정리하고, 2주차에는 담당자 3명이 시험 사용합니다. 이후 찾지 못한 질문을 기록하고 검색 자료를 보완합니다. 일정은 이 기획안의 제안이며 완료 실적이 아닙니다.</ns1:t>
            </ns1:r>
            <ns1:endParaRPr lang="ko-KR" dirty="0">
              <ns1:ea typeface="Pretendard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ko-KR">
                <ns1:ea typeface="Pretendard"/>
              </ns1:rPr>
              <ns1:t>3</ns1:t>
            </ns1:fld>
            <ns1:endParaRPr lang="ko-KR">
              <ns1:ea typeface="Pretendard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4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ko-KR" dirty="0">
                <ns1:ea typeface="Pretendard"/>
              </ns1:rPr>
              <ns1:t>약 40초. 정확도, 응답시간, 비용은 아직 측정하지 않았고 예산도 미정입니다. 시험 사용에서는 관련 문서를 찾는지, 얼마나 걸리는지, 비용은 얼마인지 확인합니다. 찾지 못한 질문은 자료 보완에 사용합니다.</ns1:t>
            </ns1:r>
            <ns1:endParaRPr lang="ko-KR" dirty="0">
              <ns1:ea typeface="Pretendard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ko-KR">
                <ns1:ea typeface="Pretendard"/>
              </ns1:rPr>
              <ns1:t>4</ns1:t>
            </ns1:fld>
            <ns1:endParaRPr lang="ko-KR">
              <ns1:ea typeface="Pretendard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5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ko-KR" dirty="0">
                <ns1:ea typeface="Pretendard"/>
              </ns1:rPr>
              <ns1:t>약 35초. 우선 제한된 범위의 시험 사용을 제안합니다. 시험 결과를 정리하고 자료 보완 필요성을 검토한 뒤 도입 여부를 판단합니다. 정확도나 비용 목표를 달성했다고 말할 수 있는 단계가 아니며 예산은 아직 미정입니다.</ns1:t>
            </ns1:r>
            <ns1:endParaRPr lang="ko-KR" dirty="0">
              <ns1:ea typeface="Pretendard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ko-KR">
                <ns1:ea typeface="Pretendard"/>
              </ns1:rPr>
              <ns1:t>5</ns1:t>
            </ns1:fld>
            <ns1:endParaRPr lang="ko-KR">
              <ns1:ea typeface="Pretendard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ns0:sldMaster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</ns0:spTree>
  </ns0:cSld>
  <ns0:clrMap bg1="lt1" tx1="dk1" bg2="lt2" tx2="dk2" accent1="accent1" accent2="accent2" accent3="accent3" accent4="accent4" accent5="accent5" accent6="accent6" hlink="hlink" folHlink="folHlink"/>
  <ns0:sldLayoutIdLst>
    <ns0:sldLayoutId id="2147483649" ns2:id="rId1"/>
  </ns0:sldLayoutIdLst>
  <ns0:hf sldNum="0" hdr="0" ftr="0" dt="0"/>
  <ns0:txStyles>
    <ns0:titleStyle>
      <ns1:lvl1pPr algn="ctr" defTabSz="914400" rtl="0" eaLnBrk="1" latinLnBrk="0" hangingPunct="1">
        <ns1:spcBef>
          <ns1:spcPct val="0"/>
        </ns1:spcBef>
        <ns1:buNone/>
        <ns1:defRPr sz="4400" kern="1200" lang="ko-KR">
          <ns1:solidFill>
            <ns1:schemeClr val="tx1"/>
          </ns1:solidFill>
          <ns1:latin typeface="+mj-lt"/>
          <ns1:ea typeface="Pretendard"/>
          <ns1:cs typeface="+mj-cs"/>
        </ns1:defRPr>
      </ns1:lvl1pPr>
    </ns0:titleStyle>
    <ns0:bodyStyle>
      <ns1:lvl1pPr marL="342900" indent="-3429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32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1pPr>
      <ns1:lvl2pPr marL="742950" indent="-285750" algn="l" defTabSz="914400" rtl="0" eaLnBrk="1" latinLnBrk="0" hangingPunct="1">
        <ns1:spcBef>
          <ns1:spcPct val="20000"/>
        </ns1:spcBef>
        <ns1:buFont typeface="Arial" pitchFamily="34" charset="0"/>
        <ns1:buChar char="–"/>
        <ns1:defRPr sz="28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2pPr>
      <ns1:lvl3pPr marL="11430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4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3pPr>
      <ns1:lvl4pPr marL="1600200" indent="-228600" algn="l" defTabSz="914400" rtl="0" eaLnBrk="1" latinLnBrk="0" hangingPunct="1">
        <ns1:spcBef>
          <ns1:spcPct val="20000"/>
        </ns1:spcBef>
        <ns1:buFont typeface="Arial" pitchFamily="34" charset="0"/>
        <ns1:buChar char="–"/>
        <ns1:defRPr sz="20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4pPr>
      <ns1:lvl5pPr marL="2057400" indent="-228600" algn="l" defTabSz="914400" rtl="0" eaLnBrk="1" latinLnBrk="0" hangingPunct="1">
        <ns1:spcBef>
          <ns1:spcPct val="20000"/>
        </ns1:spcBef>
        <ns1:buFont typeface="Arial" pitchFamily="34" charset="0"/>
        <ns1:buChar char="»"/>
        <ns1:defRPr sz="20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5pPr>
      <ns1:lvl6pPr marL="25146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0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6pPr>
      <ns1:lvl7pPr marL="29718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0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7pPr>
      <ns1:lvl8pPr marL="34290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0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8pPr>
      <ns1:lvl9pPr marL="38862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0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9pPr>
    </ns0:bodyStyle>
    <ns0:otherStyle>
      <ns1:defPPr>
        <ns1:defRPr lang="ko-KR">
          <ns1:ea typeface="Pretendard"/>
        </ns1:defRPr>
      </ns1:defPPr>
      <ns1:lvl1pPr marL="0" algn="l" defTabSz="914400" rtl="0" eaLnBrk="1" latinLnBrk="0" hangingPunct="1">
        <ns1:defRPr sz="18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1pPr>
      <ns1:lvl2pPr marL="457200" algn="l" defTabSz="914400" rtl="0" eaLnBrk="1" latinLnBrk="0" hangingPunct="1">
        <ns1:defRPr sz="18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2pPr>
      <ns1:lvl3pPr marL="914400" algn="l" defTabSz="914400" rtl="0" eaLnBrk="1" latinLnBrk="0" hangingPunct="1">
        <ns1:defRPr sz="18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3pPr>
      <ns1:lvl4pPr marL="1371600" algn="l" defTabSz="914400" rtl="0" eaLnBrk="1" latinLnBrk="0" hangingPunct="1">
        <ns1:defRPr sz="18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4pPr>
      <ns1:lvl5pPr marL="1828800" algn="l" defTabSz="914400" rtl="0" eaLnBrk="1" latinLnBrk="0" hangingPunct="1">
        <ns1:defRPr sz="18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5pPr>
      <ns1:lvl6pPr marL="2286000" algn="l" defTabSz="914400" rtl="0" eaLnBrk="1" latinLnBrk="0" hangingPunct="1">
        <ns1:defRPr sz="18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6pPr>
      <ns1:lvl7pPr marL="2743200" algn="l" defTabSz="914400" rtl="0" eaLnBrk="1" latinLnBrk="0" hangingPunct="1">
        <ns1:defRPr sz="18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7pPr>
      <ns1:lvl8pPr marL="3200400" algn="l" defTabSz="914400" rtl="0" eaLnBrk="1" latinLnBrk="0" hangingPunct="1">
        <ns1:defRPr sz="18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8pPr>
      <ns1:lvl9pPr marL="3657600" algn="l" defTabSz="914400" rtl="0" eaLnBrk="1" latinLnBrk="0" hangingPunct="1">
        <ns1:defRPr sz="1800" kern="1200" lang="ko-KR">
          <ns1:solidFill>
            <ns1:schemeClr val="tx1"/>
          </ns1:solidFill>
          <ns1:latin typeface="+mn-lt"/>
          <ns1:ea typeface="Pretendard"/>
          <ns1:cs typeface="+mn-cs"/>
        </ns1:defRPr>
      </ns1:lvl9pPr>
    </ns0:otherStyle>
  </ns0:txStyles>
</ns0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ns0:sld xmlns:ns0="http://schemas.openxmlformats.org/presentationml/2006/main" xmlns:ns1="http://schemas.openxmlformats.org/drawingml/2006/main">
  <ns0:cSld name="Slide 1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533400" y="285750"/>
            <ns1:ext cx="11125200" cy="228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975" dirty="0">
                <ns1:solidFill>
                  <ns1:srgbClr val="587067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사내 문서 검색 도입 제안</ns1:t>
            </ns1:r>
            <ns1:endParaRPr lang="ko-KR" sz="975" dirty="0">
              <ns1:ea typeface="Pretendard"/>
            </ns1:endParaRPr>
          </ns1:p>
        </ns0:txBody>
      </ns0:sp>
      <ns0:sp>
        <ns0:nvSpPr>
          <ns0:cNvPr id="3" name="Text 1"/>
          <ns0:cNvSpPr txBox="1"/>
          <ns0:nvPr/>
        </ns0:nvSpPr>
        <ns0:spPr>
          <ns1:xfrm>
            <ns1:off x="533400" y="752475"/>
            <ns1:ext cx="11125200" cy="609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3300" b="1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왜 필요한가</ns1:t>
            </ns1:r>
            <ns1:endParaRPr lang="ko-KR" sz="3300" dirty="0">
              <ns1:ea typeface="Pretendard"/>
            </ns1:endParaRPr>
          </ns1:p>
        </ns0:txBody>
      </ns0:sp>
      <ns0:sp>
        <ns0:nvSpPr>
          <ns0:cNvPr id="4" name="Text 2"/>
          <ns0:cNvSpPr txBox="1"/>
          <ns0:nvPr/>
        </ns0:nvSpPr>
        <ns0:spPr>
          <ns1:xfrm>
            <ns1:off x="10668000" y="6438900"/>
            <ns1:ext cx="990600" cy="1905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buNone/>
            </ns1:pPr>
            <ns1:r>
              <ns1:rPr lang="ko-KR" sz="975" dirty="0">
                <ns1:solidFill>
                  <ns1:srgbClr val="587067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1 / 5</ns1:t>
            </ns1:r>
            <ns1:endParaRPr lang="ko-KR" sz="975" dirty="0">
              <ns1:ea typeface="Pretendard"/>
            </ns1:endParaRPr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533400" y="1495425"/>
            <ns1:ext cx="11125200" cy="3619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725" dirty="0">
                <ns1:solidFill>
                  <ns1:srgbClr val="587067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반복되는 질문과 최신 문서 탐색의 어려움부터 줄입니다.</ns1:t>
            </ns1:r>
            <ns1:endParaRPr lang="ko-KR" sz="1725" dirty="0">
              <ns1:ea typeface="Pretendard"/>
            </ns1:endParaRPr>
          </ns1:p>
        </ns0:txBody>
      </ns0:sp>
      <ns0:sp>
        <ns0:nvSpPr>
          <ns0:cNvPr id="6" name="Shape 4"/>
          <ns0:cNvSpPr/>
          <ns0:nvPr/>
        </ns0:nvSpPr>
        <ns0:spPr>
          <ns1:xfrm>
            <ns1:off x="533400" y="2190750"/>
            <ns1:ext cx="4953000" cy="2571750"/>
          </ns1:xfrm>
          <ns1:prstGeom prst="rect">
            <ns1:avLst/>
          </ns1:prstGeom>
          <ns1:solidFill>
            <ns1:srgbClr val="EDF5F0"/>
          </ns1:solidFill>
          <ns1:ln w="9525">
            <ns1:solidFill>
              <ns1:srgbClr val="EDF5F0"/>
            </ns1:solidFill>
            <ns1:prstDash val="solid"/>
          </ns1:ln>
        </ns0:spPr>
      </ns0:sp>
      <ns0:sp>
        <ns0:nvSpPr>
          <ns0:cNvPr id="7" name="Text 5"/>
          <ns0:cNvSpPr txBox="1"/>
          <ns0:nvPr/>
        </ns0:nvSpPr>
        <ns0:spPr>
          <ns1:xfrm>
            <ns1:off x="800100" y="2428875"/>
            <ns1:ext cx="4419600" cy="42862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250" b="1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현재의 불편</ns1:t>
            </ns1:r>
            <ns1:endParaRPr lang="ko-KR" sz="2250" dirty="0">
              <ns1:ea typeface="Pretendard"/>
            </ns1:endParaRPr>
          </ns1:p>
        </ns0:txBody>
      </ns0:sp>
      <ns0:sp>
        <ns0:nvSpPr>
          <ns0:cNvPr id="8" name="Text 6"/>
          <ns0:cNvSpPr txBox="1"/>
          <ns0:nvPr/>
        </ns0:nvSpPr>
        <ns0:spPr>
          <ns1:xfrm>
            <ns1:off x="800100" y="3048000"/>
            <ns1:ext cx="4419600" cy="13335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75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같은 질문을 반복합니다.</ns1:t>
            </ns1:r>
            <ns1:endParaRPr lang="ko-KR" sz="2175" dirty="0">
              <ns1:ea typeface="Pretendard"/>
            </ns1:endParaRPr>
          </ns1:p>
          <ns1:p>
            <ns1:pPr algn="l" indent="0" marL="0">
              <ns1:buNone/>
            </ns1:pPr>
            <ns1:r>
              <ns1:rPr lang="ko-KR" sz="2175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최신 업무 문서가 어느 폴더에</ns1:t>
            </ns1:r>
            <ns1:endParaRPr lang="ko-KR" sz="2175" dirty="0">
              <ns1:ea typeface="Pretendard"/>
            </ns1:endParaRPr>
          </ns1:p>
          <ns1:p>
            <ns1:pPr algn="l" indent="0" marL="0">
              <ns1:buNone/>
            </ns1:pPr>
            <ns1:r>
              <ns1:rPr lang="ko-KR" sz="2175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있는지 찾기 어렵습니다.</ns1:t>
            </ns1:r>
            <ns1:endParaRPr lang="ko-KR" sz="2175" dirty="0">
              <ns1:ea typeface="Pretendard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6191250" y="2428875"/>
            <ns1:ext cx="5238750" cy="42862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250" b="1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작게 시작하는 제안</ns1:t>
            </ns1:r>
            <ns1:endParaRPr lang="ko-KR" sz="2250" dirty="0">
              <ns1:ea typeface="Pretendard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6191250" y="3048000"/>
            <ns1:ext cx="5238750" cy="9144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250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공개 가능한 사내 안내 문서만</ns1:t>
            </ns1:r>
            <ns1:endParaRPr lang="ko-KR" sz="2250" dirty="0">
              <ns1:ea typeface="Pretendard"/>
            </ns1:endParaRPr>
          </ns1:p>
          <ns1:p>
            <ns1:pPr algn="l" indent="0" marL="0">
              <ns1:buNone/>
            </ns1:pPr>
            <ns1:r>
              <ns1:rPr lang="ko-KR" sz="2250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검색 대상으로 정리합니다.</ns1:t>
            </ns1:r>
            <ns1:endParaRPr lang="ko-KR" sz="2250" dirty="0">
              <ns1:ea typeface="Pretendard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6191250" y="4267200"/>
            <ns1:ext cx="5143500" cy="0"/>
          </ns1:xfrm>
          <ns1:prstGeom prst="line">
            <ns1:avLst/>
          </ns1:prstGeom>
          <ns1:noFill/>
          <ns1:ln w="19050">
            <ns1:solidFill>
              <ns1:srgbClr val="22634F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6191250" y="4476750"/>
            <ns1:ext cx="5238750" cy="7810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875" dirty="0">
                <ns1:solidFill>
                  <ns1:srgbClr val="22634F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권한이 필요한 문서는 초기 대상에서 제외</ns1:t>
            </ns1:r>
            <ns1:endParaRPr lang="ko-KR" sz="1875" dirty="0">
              <ns1:ea typeface="Pretendard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533400" y="5657850"/>
            <ns1:ext cx="11125200" cy="3429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500" dirty="0">
                <ns1:solidFill>
                  <ns1:srgbClr val="587067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가상 기획안 · 구현 완료나 검증된 성과를 의미하지 않습니다.</ns1:t>
            </ns1:r>
            <ns1:endParaRPr lang="ko-KR" sz="1500" dirty="0">
              <ns1:ea typeface="Pretendard"/>
            </ns1:endParaRPr>
          </ns1:p>
        </ns0:txBody>
      </ns0:sp>
    </ns0:spTree>
  </ns0:cSld>
  <ns0:clrMapOvr>
    <ns1:masterClrMapping/>
  </ns0:clrMapOvr>
</ns0:sld>
</file>

<file path=ppt/slides/slide2.xml><?xml version="1.0" encoding="utf-8"?>
<ns0:sld xmlns:ns0="http://schemas.openxmlformats.org/presentationml/2006/main" xmlns:ns1="http://schemas.openxmlformats.org/drawingml/2006/main">
  <ns0:cSld name="Slide 2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533400" y="285750"/>
            <ns1:ext cx="11125200" cy="228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975" dirty="0">
                <ns1:solidFill>
                  <ns1:srgbClr val="587067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사내 문서 검색 도입 제안</ns1:t>
            </ns1:r>
            <ns1:endParaRPr lang="ko-KR" sz="975" dirty="0">
              <ns1:ea typeface="Pretendard"/>
            </ns1:endParaRPr>
          </ns1:p>
        </ns0:txBody>
      </ns0:sp>
      <ns0:sp>
        <ns0:nvSpPr>
          <ns0:cNvPr id="3" name="Text 1"/>
          <ns0:cNvSpPr txBox="1"/>
          <ns0:nvPr/>
        </ns0:nvSpPr>
        <ns0:spPr>
          <ns1:xfrm>
            <ns1:off x="533400" y="752475"/>
            <ns1:ext cx="11125200" cy="609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3300" b="1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사용자 흐름</ns1:t>
            </ns1:r>
            <ns1:endParaRPr lang="ko-KR" sz="3300" dirty="0">
              <ns1:ea typeface="Pretendard"/>
            </ns1:endParaRPr>
          </ns1:p>
        </ns0:txBody>
      </ns0:sp>
      <ns0:sp>
        <ns0:nvSpPr>
          <ns0:cNvPr id="4" name="Text 2"/>
          <ns0:cNvSpPr txBox="1"/>
          <ns0:nvPr/>
        </ns0:nvSpPr>
        <ns0:spPr>
          <ns1:xfrm>
            <ns1:off x="10668000" y="6438900"/>
            <ns1:ext cx="990600" cy="1905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buNone/>
            </ns1:pPr>
            <ns1:r>
              <ns1:rPr lang="ko-KR" sz="975" dirty="0">
                <ns1:solidFill>
                  <ns1:srgbClr val="587067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2 / 5</ns1:t>
            </ns1:r>
            <ns1:endParaRPr lang="ko-KR" sz="975" dirty="0">
              <ns1:ea typeface="Pretendard"/>
            </ns1:endParaRPr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533400" y="1495425"/>
            <ns1:ext cx="11125200" cy="3619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725" dirty="0">
                <ns1:solidFill>
                  <ns1:srgbClr val="587067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답변 초안과 관련 문서를 함께 확인하는 흐름입니다.</ns1:t>
            </ns1:r>
            <ns1:endParaRPr lang="ko-KR" sz="1725" dirty="0">
              <ns1:ea typeface="Pretendard"/>
            </ns1:endParaRPr>
          </ns1:p>
        </ns0:txBody>
      </ns0:sp>
      <ns0:sp>
        <ns0:nvSpPr>
          <ns0:cNvPr id="6" name="Shape 4"/>
          <ns0:cNvSpPr/>
          <ns0:nvPr/>
        </ns0:nvSpPr>
        <ns0:spPr>
          <ns1:xfrm>
            <ns1:off x="533400" y="2362200"/>
            <ns1:ext cx="3314700" cy="2000250"/>
          </ns1:xfrm>
          <ns1:prstGeom prst="rect">
            <ns1:avLst/>
          </ns1:prstGeom>
          <ns1:solidFill>
            <ns1:srgbClr val="EDF5F0"/>
          </ns1:solidFill>
          <ns1:ln w="9525">
            <ns1:solidFill>
              <ns1:srgbClr val="EDF5F0"/>
            </ns1:solidFill>
            <ns1:prstDash val="solid"/>
          </ns1:ln>
        </ns0:spPr>
      </ns0:sp>
      <ns0:sp>
        <ns0:nvSpPr>
          <ns0:cNvPr id="7" name="Text 5"/>
          <ns0:cNvSpPr txBox="1"/>
          <ns0:nvPr/>
        </ns0:nvSpPr>
        <ns0:spPr>
          <ns1:xfrm>
            <ns1:off x="762000" y="2533650"/>
            <ns1:ext cx="2857500" cy="33337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725" b="1" dirty="0">
                <ns1:solidFill>
                  <ns1:srgbClr val="22634F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01</ns1:t>
            </ns1:r>
            <ns1:endParaRPr lang="ko-KR" sz="1725" dirty="0">
              <ns1:ea typeface="Pretendard"/>
            </ns1:endParaRPr>
          </ns1:p>
        </ns0:txBody>
      </ns0:sp>
      <ns0:sp>
        <ns0:nvSpPr>
          <ns0:cNvPr id="8" name="Text 6"/>
          <ns0:cNvSpPr txBox="1"/>
          <ns0:nvPr/>
        </ns0:nvSpPr>
        <ns0:spPr>
          <ns1:xfrm>
            <ns1:off x="762000" y="2981325"/>
            <ns1:ext cx="2857500" cy="42862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250" b="1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질문</ns1:t>
            </ns1:r>
            <ns1:endParaRPr lang="ko-KR" sz="2250" dirty="0">
              <ns1:ea typeface="Pretendard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762000" y="3667125"/>
            <ns1:ext cx="2857500" cy="5143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725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업무 관련 질문을 입력</ns1:t>
            </ns1:r>
            <ns1:endParaRPr lang="ko-KR" sz="1725" dirty="0">
              <ns1:ea typeface="Pretendard"/>
            </ns1:endParaRPr>
          </ns1:p>
        </ns0:txBody>
      </ns0:sp>
      <ns0:sp>
        <ns0:nvSpPr>
          <ns0:cNvPr id="10" name="Shape 8"/>
          <ns0:cNvSpPr/>
          <ns0:nvPr/>
        </ns0:nvSpPr>
        <ns0:spPr>
          <ns1:xfrm>
            <ns1:off x="4438650" y="2362200"/>
            <ns1:ext cx="3314700" cy="2000250"/>
          </ns1:xfrm>
          <ns1:prstGeom prst="rect">
            <ns1:avLst/>
          </ns1:prstGeom>
          <ns1:solidFill>
            <ns1:srgbClr val="EDF5F0"/>
          </ns1:solidFill>
          <ns1:ln w="9525">
            <ns1:solidFill>
              <ns1:srgbClr val="EDF5F0"/>
            </ns1:solidFill>
            <ns1:prstDash val="solid"/>
          </ns1:ln>
        </ns0:spPr>
      </ns0:sp>
      <ns0:sp>
        <ns0:nvSpPr>
          <ns0:cNvPr id="11" name="Text 9"/>
          <ns0:cNvSpPr txBox="1"/>
          <ns0:nvPr/>
        </ns0:nvSpPr>
        <ns0:spPr>
          <ns1:xfrm>
            <ns1:off x="4667250" y="2533650"/>
            <ns1:ext cx="2857500" cy="33337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725" b="1" dirty="0">
                <ns1:solidFill>
                  <ns1:srgbClr val="22634F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02</ns1:t>
            </ns1:r>
            <ns1:endParaRPr lang="ko-KR" sz="1725" dirty="0">
              <ns1:ea typeface="Pretendard"/>
            </ns1:endParaRPr>
          </ns1:p>
        </ns0:txBody>
      </ns0:sp>
      <ns0:sp>
        <ns0:nvSpPr>
          <ns0:cNvPr id="12" name="Text 10"/>
          <ns0:cNvSpPr txBox="1"/>
          <ns0:nvPr/>
        </ns0:nvSpPr>
        <ns0:spPr>
          <ns1:xfrm>
            <ns1:off x="4667250" y="2981325"/>
            <ns1:ext cx="2857500" cy="42862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250" b="1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관련 문서 검색</ns1:t>
            </ns1:r>
            <ns1:endParaRPr lang="ko-KR" sz="2250" dirty="0">
              <ns1:ea typeface="Pretendard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4667250" y="3667125"/>
            <ns1:ext cx="2857500" cy="5143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725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정리한 안내 문서에서 탐색</ns1:t>
            </ns1:r>
            <ns1:endParaRPr lang="ko-KR" sz="1725" dirty="0">
              <ns1:ea typeface="Pretendard"/>
            </ns1:endParaRPr>
          </ns1:p>
        </ns0:txBody>
      </ns0:sp>
      <ns0:sp>
        <ns0:nvSpPr>
          <ns0:cNvPr id="14" name="Shape 12"/>
          <ns0:cNvSpPr/>
          <ns0:nvPr/>
        </ns0:nvSpPr>
        <ns0:spPr>
          <ns1:xfrm>
            <ns1:off x="8343900" y="2362200"/>
            <ns1:ext cx="3314700" cy="2000250"/>
          </ns1:xfrm>
          <ns1:prstGeom prst="rect">
            <ns1:avLst/>
          </ns1:prstGeom>
          <ns1:solidFill>
            <ns1:srgbClr val="EDF5F0"/>
          </ns1:solidFill>
          <ns1:ln w="9525">
            <ns1:solidFill>
              <ns1:srgbClr val="EDF5F0"/>
            </ns1:solidFill>
            <ns1:prstDash val="solid"/>
          </ns1:ln>
        </ns0:spPr>
      </ns0:sp>
      <ns0:sp>
        <ns0:nvSpPr>
          <ns0:cNvPr id="15" name="Text 13"/>
          <ns0:cNvSpPr txBox="1"/>
          <ns0:nvPr/>
        </ns0:nvSpPr>
        <ns0:spPr>
          <ns1:xfrm>
            <ns1:off x="8572500" y="2533650"/>
            <ns1:ext cx="2857500" cy="33337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725" b="1" dirty="0">
                <ns1:solidFill>
                  <ns1:srgbClr val="22634F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03</ns1:t>
            </ns1:r>
            <ns1:endParaRPr lang="ko-KR" sz="1725" dirty="0">
              <ns1:ea typeface="Pretendard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8572500" y="2981325"/>
            <ns1:ext cx="2857500" cy="42862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250" b="1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답변 초안</ns1:t>
            </ns1:r>
            <ns1:endParaRPr lang="ko-KR" sz="2250" dirty="0">
              <ns1:ea typeface="Pretendard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8572500" y="3667125"/>
            <ns1:ext cx="2857500" cy="5143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725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참고 문서와 함께 제시</ns1:t>
            </ns1:r>
            <ns1:endParaRPr lang="ko-KR" sz="1725" dirty="0">
              <ns1:ea typeface="Pretendard"/>
            </ns1:endParaRPr>
          </ns1:p>
        </ns0:txBody>
      </ns0:sp>
      <ns0:sp>
        <ns0:nvSpPr>
          <ns0:cNvPr id="18" name="Shape 16"/>
          <ns0:cNvSpPr/>
          <ns0:nvPr/>
        </ns0:nvSpPr>
        <ns0:spPr>
          <ns1:xfrm>
            <ns1:off x="3962400" y="3333750"/>
            <ns1:ext cx="323850" cy="0"/>
          </ns1:xfrm>
          <ns1:prstGeom prst="line">
            <ns1:avLst/>
          </ns1:prstGeom>
          <ns1:noFill/>
          <ns1:ln w="19050">
            <ns1:solidFill>
              <ns1:srgbClr val="22634F"/>
            </ns1:solidFill>
            <ns1:prstDash val="solid"/>
            <ns1:tailEnd type="triangle"/>
          </ns1:ln>
        </ns0:spPr>
      </ns0:sp>
      <ns0:sp>
        <ns0:nvSpPr>
          <ns0:cNvPr id="19" name="Shape 17"/>
          <ns0:cNvSpPr/>
          <ns0:nvPr/>
        </ns0:nvSpPr>
        <ns0:spPr>
          <ns1:xfrm>
            <ns1:off x="7867650" y="3333750"/>
            <ns1:ext cx="323850" cy="0"/>
          </ns1:xfrm>
          <ns1:prstGeom prst="line">
            <ns1:avLst/>
          </ns1:prstGeom>
          <ns1:noFill/>
          <ns1:ln w="19050">
            <ns1:solidFill>
              <ns1:srgbClr val="22634F"/>
            </ns1:solidFill>
            <ns1:prstDash val="solid"/>
            <ns1:tailEnd type="triangle"/>
          </ns1:ln>
        </ns0:spPr>
      </ns0:sp>
      <ns0:sp>
        <ns0:nvSpPr>
          <ns0:cNvPr id="20" name="Shape 18"/>
          <ns0:cNvSpPr/>
          <ns0:nvPr/>
        </ns0:nvSpPr>
        <ns0:spPr>
          <ns1:xfrm>
            <ns1:off x="533400" y="4857750"/>
            <ns1:ext cx="11125200" cy="952500"/>
          </ns1:xfrm>
          <ns1:prstGeom prst="rect">
            <ns1:avLst/>
          </ns1:prstGeom>
          <ns1:solidFill>
            <ns1:srgbClr val="EDF5F0"/>
          </ns1:solidFill>
          <ns1:ln w="9525">
            <ns1:solidFill>
              <ns1:srgbClr val="EDF5F0"/>
            </ns1:solidFill>
            <ns1:prstDash val="solid"/>
          </ns1:ln>
        </ns0:spPr>
      </ns0:sp>
      <ns0:sp>
        <ns0:nvSpPr>
          <ns0:cNvPr id="21" name="Text 19"/>
          <ns0:cNvSpPr txBox="1"/>
          <ns0:nvPr/>
        </ns0:nvSpPr>
        <ns0:spPr>
          <ns1:xfrm>
            <ns1:off x="762000" y="5057775"/>
            <ns1:ext cx="2286000" cy="3619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875" b="1" dirty="0">
                <ns1:solidFill>
                  <ns1:srgbClr val="22634F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초기 검색 범위</ns1:t>
            </ns1:r>
            <ns1:endParaRPr lang="ko-KR" sz="1875" dirty="0">
              <ns1:ea typeface="Pretendard"/>
            </ns1:endParaRPr>
          </ns1:p>
        </ns0:txBody>
      </ns0:sp>
      <ns0:sp>
        <ns0:nvSpPr>
          <ns0:cNvPr id="22" name="Text 20"/>
          <ns0:cNvSpPr txBox="1"/>
          <ns0:nvPr/>
        </ns0:nvSpPr>
        <ns0:spPr>
          <ns1:xfrm>
            <ns1:off x="3238500" y="5057775"/>
            <ns1:ext cx="8096250" cy="457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950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공개 가능한 안내 문서만 사용 · 권한 문서 제외</ns1:t>
            </ns1:r>
            <ns1:endParaRPr lang="ko-KR" sz="1950" dirty="0">
              <ns1:ea typeface="Pretendard"/>
            </ns1:endParaRPr>
          </ns1:p>
        </ns0:txBody>
      </ns0:sp>
    </ns0:spTree>
  </ns0:cSld>
  <ns0:clrMapOvr>
    <ns1:masterClrMapping/>
  </ns0:clrMapOvr>
</ns0:sld>
</file>

<file path=ppt/slides/slide3.xml><?xml version="1.0" encoding="utf-8"?>
<ns0:sld xmlns:ns0="http://schemas.openxmlformats.org/presentationml/2006/main" xmlns:ns1="http://schemas.openxmlformats.org/drawingml/2006/main">
  <ns0:cSld name="Slide 3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533400" y="285750"/>
            <ns1:ext cx="11125200" cy="228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975" dirty="0">
                <ns1:solidFill>
                  <ns1:srgbClr val="587067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사내 문서 검색 도입 제안</ns1:t>
            </ns1:r>
            <ns1:endParaRPr lang="ko-KR" sz="975" dirty="0">
              <ns1:ea typeface="Pretendard"/>
            </ns1:endParaRPr>
          </ns1:p>
        </ns0:txBody>
      </ns0:sp>
      <ns0:sp>
        <ns0:nvSpPr>
          <ns0:cNvPr id="3" name="Text 1"/>
          <ns0:cNvSpPr txBox="1"/>
          <ns0:nvPr/>
        </ns0:nvSpPr>
        <ns0:spPr>
          <ns1:xfrm>
            <ns1:off x="533400" y="752475"/>
            <ns1:ext cx="11125200" cy="609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3300" b="1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시험 일정</ns1:t>
            </ns1:r>
            <ns1:endParaRPr lang="ko-KR" sz="3300" dirty="0">
              <ns1:ea typeface="Pretendard"/>
            </ns1:endParaRPr>
          </ns1:p>
        </ns0:txBody>
      </ns0:sp>
      <ns0:sp>
        <ns0:nvSpPr>
          <ns0:cNvPr id="4" name="Text 2"/>
          <ns0:cNvSpPr txBox="1"/>
          <ns0:nvPr/>
        </ns0:nvSpPr>
        <ns0:spPr>
          <ns1:xfrm>
            <ns1:off x="10668000" y="6438900"/>
            <ns1:ext cx="990600" cy="1905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buNone/>
            </ns1:pPr>
            <ns1:r>
              <ns1:rPr lang="ko-KR" sz="975" dirty="0">
                <ns1:solidFill>
                  <ns1:srgbClr val="587067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3 / 5</ns1:t>
            </ns1:r>
            <ns1:endParaRPr lang="ko-KR" sz="975" dirty="0">
              <ns1:ea typeface="Pretendard"/>
            </ns1:endParaRPr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533400" y="1495425"/>
            <ns1:ext cx="11125200" cy="3619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725" dirty="0">
                <ns1:solidFill>
                  <ns1:srgbClr val="587067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문서를 정리하고, 소수 담당자가 시험한 뒤 자료를 보완합니다.</ns1:t>
            </ns1:r>
            <ns1:endParaRPr lang="ko-KR" sz="1725" dirty="0">
              <ns1:ea typeface="Pretendard"/>
            </ns1:endParaRPr>
          </ns1:p>
        </ns0:txBody>
      </ns0:sp>
      <ns0:sp>
        <ns0:nvSpPr>
          <ns0:cNvPr id="6" name="Shape 4"/>
          <ns0:cNvSpPr/>
          <ns0:nvPr/>
        </ns0:nvSpPr>
        <ns0:spPr>
          <ns1:xfrm>
            <ns1:off x="3962400" y="2590800"/>
            <ns1:ext cx="323850" cy="0"/>
          </ns1:xfrm>
          <ns1:prstGeom prst="line">
            <ns1:avLst/>
          </ns1:prstGeom>
          <ns1:noFill/>
          <ns1:ln w="19050">
            <ns1:solidFill>
              <ns1:srgbClr val="22634F"/>
            </ns1:solidFill>
            <ns1:prstDash val="solid"/>
            <ns1:tailEnd type="triangle"/>
          </ns1:ln>
        </ns0:spPr>
      </ns0:sp>
      <ns0:sp>
        <ns0:nvSpPr>
          <ns0:cNvPr id="7" name="Shape 5"/>
          <ns0:cNvSpPr/>
          <ns0:nvPr/>
        </ns0:nvSpPr>
        <ns0:spPr>
          <ns1:xfrm>
            <ns1:off x="7867650" y="2590800"/>
            <ns1:ext cx="323850" cy="0"/>
          </ns1:xfrm>
          <ns1:prstGeom prst="line">
            <ns1:avLst/>
          </ns1:prstGeom>
          <ns1:noFill/>
          <ns1:ln w="19050">
            <ns1:solidFill>
              <ns1:srgbClr val="22634F"/>
            </ns1:solidFill>
            <ns1:prstDash val="solid"/>
            <ns1:tailEnd type="triangle"/>
          </ns1:ln>
        </ns0:spPr>
      </ns0:sp>
      <ns0:sp>
        <ns0:nvSpPr>
          <ns0:cNvPr id="8" name="Shape 6"/>
          <ns0:cNvSpPr/>
          <ns0:nvPr/>
        </ns0:nvSpPr>
        <ns0:spPr>
          <ns1:xfrm>
            <ns1:off x="533400" y="2286000"/>
            <ns1:ext cx="3314700" cy="609600"/>
          </ns1:xfrm>
          <ns1:prstGeom prst="rect">
            <ns1:avLst/>
          </ns1:prstGeom>
          <ns1:solidFill>
            <ns1:srgbClr val="22634F"/>
          </ns1:solidFill>
          <ns1:ln w="9525">
            <ns1:solidFill>
              <ns1:srgbClr val="22634F"/>
            </ns1:solidFill>
            <ns1:prstDash val="solid"/>
          </ns1:ln>
        </ns0:spPr>
      </ns0:sp>
      <ns0:sp>
        <ns0:nvSpPr>
          <ns0:cNvPr id="9" name="Text 7"/>
          <ns0:cNvSpPr txBox="1"/>
          <ns0:nvPr/>
        </ns0:nvSpPr>
        <ns0:spPr>
          <ns1:xfrm>
            <ns1:off x="723900" y="2381250"/>
            <ns1:ext cx="2933700" cy="3810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00" b="1" dirty="0">
                <ns1:solidFill>
                  <ns1:srgbClr val="FFFFFF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1주차</ns1:t>
            </ns1:r>
            <ns1:endParaRPr lang="ko-KR" sz="2100" dirty="0">
              <ns1:ea typeface="Pretendard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533400" y="3305175"/>
            <ns1:ext cx="3314700" cy="7239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75" b="1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30개 문서 정리</ns1:t>
            </ns1:r>
            <ns1:endParaRPr lang="ko-KR" sz="2175" dirty="0">
              <ns1:ea typeface="Pretendard"/>
            </ns1:endParaRPr>
          </ns1:p>
        </ns0:txBody>
      </ns0:sp>
      <ns0:sp>
        <ns0:nvSpPr>
          <ns0:cNvPr id="11" name="Text 9"/>
          <ns0:cNvSpPr txBox="1"/>
          <ns0:nvPr/>
        </ns0:nvSpPr>
        <ns0:spPr>
          <ns1:xfrm>
            <ns1:off x="533400" y="4267200"/>
            <ns1:ext cx="3314700" cy="9525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875" dirty="0">
                <ns1:solidFill>
                  <ns1:srgbClr val="587067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검색 대상 안내 문서를 모아 정리</ns1:t>
            </ns1:r>
            <ns1:endParaRPr lang="ko-KR" sz="1875" dirty="0">
              <ns1:ea typeface="Pretendard"/>
            </ns1:endParaRPr>
          </ns1:p>
        </ns0:txBody>
      </ns0:sp>
      <ns0:sp>
        <ns0:nvSpPr>
          <ns0:cNvPr id="12" name="Shape 10"/>
          <ns0:cNvSpPr/>
          <ns0:nvPr/>
        </ns0:nvSpPr>
        <ns0:spPr>
          <ns1:xfrm>
            <ns1:off x="4438650" y="2286000"/>
            <ns1:ext cx="3314700" cy="609600"/>
          </ns1:xfrm>
          <ns1:prstGeom prst="rect">
            <ns1:avLst/>
          </ns1:prstGeom>
          <ns1:solidFill>
            <ns1:srgbClr val="22634F"/>
          </ns1:solidFill>
          <ns1:ln w="9525">
            <ns1:solidFill>
              <ns1:srgbClr val="22634F"/>
            </ns1:solidFill>
            <ns1:prstDash val="solid"/>
          </ns1:ln>
        </ns0:spPr>
      </ns0:sp>
      <ns0:sp>
        <ns0:nvSpPr>
          <ns0:cNvPr id="13" name="Text 11"/>
          <ns0:cNvSpPr txBox="1"/>
          <ns0:nvPr/>
        </ns0:nvSpPr>
        <ns0:spPr>
          <ns1:xfrm>
            <ns1:off x="4629150" y="2381250"/>
            <ns1:ext cx="2933700" cy="3810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00" b="1" dirty="0">
                <ns1:solidFill>
                  <ns1:srgbClr val="FFFFFF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2주차</ns1:t>
            </ns1:r>
            <ns1:endParaRPr lang="ko-KR" sz="2100" dirty="0">
              <ns1:ea typeface="Pretendard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4438650" y="3305175"/>
            <ns1:ext cx="3314700" cy="7239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75" b="1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담당자 3명 시험 사용</ns1:t>
            </ns1:r>
            <ns1:endParaRPr lang="ko-KR" sz="2175" dirty="0">
              <ns1:ea typeface="Pretendard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4438650" y="4267200"/>
            <ns1:ext cx="3314700" cy="9525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875" dirty="0">
                <ns1:solidFill>
                  <ns1:srgbClr val="587067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실제 업무 질문으로 사용해 보기</ns1:t>
            </ns1:r>
            <ns1:endParaRPr lang="ko-KR" sz="1875" dirty="0">
              <ns1:ea typeface="Pretendard"/>
            </ns1:endParaRPr>
          </ns1:p>
        </ns0:txBody>
      </ns0:sp>
      <ns0:sp>
        <ns0:nvSpPr>
          <ns0:cNvPr id="16" name="Shape 14"/>
          <ns0:cNvSpPr/>
          <ns0:nvPr/>
        </ns0:nvSpPr>
        <ns0:spPr>
          <ns1:xfrm>
            <ns1:off x="8343900" y="2286000"/>
            <ns1:ext cx="3314700" cy="609600"/>
          </ns1:xfrm>
          <ns1:prstGeom prst="rect">
            <ns1:avLst/>
          </ns1:prstGeom>
          <ns1:solidFill>
            <ns1:srgbClr val="22634F"/>
          </ns1:solidFill>
          <ns1:ln w="9525">
            <ns1:solidFill>
              <ns1:srgbClr val="22634F"/>
            </ns1:solidFill>
            <ns1:prstDash val="solid"/>
          </ns1:ln>
        </ns0:spPr>
      </ns0:sp>
      <ns0:sp>
        <ns0:nvSpPr>
          <ns0:cNvPr id="17" name="Text 15"/>
          <ns0:cNvSpPr txBox="1"/>
          <ns0:nvPr/>
        </ns0:nvSpPr>
        <ns0:spPr>
          <ns1:xfrm>
            <ns1:off x="8534400" y="2381250"/>
            <ns1:ext cx="2933700" cy="3810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00" b="1" dirty="0">
                <ns1:solidFill>
                  <ns1:srgbClr val="FFFFFF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이후</ns1:t>
            </ns1:r>
            <ns1:endParaRPr lang="ko-KR" sz="2100" dirty="0">
              <ns1:ea typeface="Pretendard"/>
            </ns1:endParaRPr>
          </ns1:p>
        </ns0:txBody>
      </ns0:sp>
      <ns0:sp>
        <ns0:nvSpPr>
          <ns0:cNvPr id="18" name="Text 16"/>
          <ns0:cNvSpPr txBox="1"/>
          <ns0:nvPr/>
        </ns0:nvSpPr>
        <ns0:spPr>
          <ns1:xfrm>
            <ns1:off x="8343900" y="3305175"/>
            <ns1:ext cx="3314700" cy="7239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75" b="1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검색 자료 보완</ns1:t>
            </ns1:r>
            <ns1:endParaRPr lang="ko-KR" sz="2175" dirty="0">
              <ns1:ea typeface="Pretendard"/>
            </ns1:endParaRPr>
          </ns1:p>
        </ns0:txBody>
      </ns0:sp>
      <ns0:sp>
        <ns0:nvSpPr>
          <ns0:cNvPr id="19" name="Text 17"/>
          <ns0:cNvSpPr txBox="1"/>
          <ns0:nvPr/>
        </ns0:nvSpPr>
        <ns0:spPr>
          <ns1:xfrm>
            <ns1:off x="8343900" y="4267200"/>
            <ns1:ext cx="3314700" cy="9525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875" dirty="0">
                <ns1:solidFill>
                  <ns1:srgbClr val="587067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찾지 못한 질문을 기록해 보완</ns1:t>
            </ns1:r>
            <ns1:endParaRPr lang="ko-KR" sz="1875" dirty="0">
              <ns1:ea typeface="Pretendard"/>
            </ns1:endParaRPr>
          </ns1:p>
        </ns0:txBody>
      </ns0:sp>
      <ns0:sp>
        <ns0:nvSpPr>
          <ns0:cNvPr id="20" name="Text 18"/>
          <ns0:cNvSpPr txBox="1"/>
          <ns0:nvPr/>
        </ns0:nvSpPr>
        <ns0:spPr>
          <ns1:xfrm>
            <ns1:off x="533400" y="5619750"/>
            <ns1:ext cx="11125200" cy="3619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800" dirty="0">
                <ns1:solidFill>
                  <ns1:srgbClr val="22634F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시험 사용에서 발견한 질문을 다음 자료 정리에 반영합니다.</ns1:t>
            </ns1:r>
            <ns1:endParaRPr lang="ko-KR" sz="1800" dirty="0">
              <ns1:ea typeface="Pretendard"/>
            </ns1:endParaRPr>
          </ns1:p>
        </ns0:txBody>
      </ns0:sp>
    </ns0:spTree>
  </ns0:cSld>
  <ns0:clrMapOvr>
    <ns1:masterClrMapping/>
  </ns0:clrMapOvr>
</ns0:sld>
</file>

<file path=ppt/slides/slide4.xml><?xml version="1.0" encoding="utf-8"?>
<ns0:sld xmlns:ns0="http://schemas.openxmlformats.org/presentationml/2006/main" xmlns:ns1="http://schemas.openxmlformats.org/drawingml/2006/main">
  <ns0:cSld name="Slide 4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533400" y="285750"/>
            <ns1:ext cx="11125200" cy="228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975" dirty="0">
                <ns1:solidFill>
                  <ns1:srgbClr val="587067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사내 문서 검색 도입 제안</ns1:t>
            </ns1:r>
            <ns1:endParaRPr lang="ko-KR" sz="975" dirty="0">
              <ns1:ea typeface="Pretendard"/>
            </ns1:endParaRPr>
          </ns1:p>
        </ns0:txBody>
      </ns0:sp>
      <ns0:sp>
        <ns0:nvSpPr>
          <ns0:cNvPr id="3" name="Text 1"/>
          <ns0:cNvSpPr txBox="1"/>
          <ns0:nvPr/>
        </ns0:nvSpPr>
        <ns0:spPr>
          <ns1:xfrm>
            <ns1:off x="533400" y="752475"/>
            <ns1:ext cx="11125200" cy="609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3300" b="1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확인할 항목</ns1:t>
            </ns1:r>
            <ns1:endParaRPr lang="ko-KR" sz="3300" dirty="0">
              <ns1:ea typeface="Pretendard"/>
            </ns1:endParaRPr>
          </ns1:p>
        </ns0:txBody>
      </ns0:sp>
      <ns0:sp>
        <ns0:nvSpPr>
          <ns0:cNvPr id="4" name="Text 2"/>
          <ns0:cNvSpPr txBox="1"/>
          <ns0:nvPr/>
        </ns0:nvSpPr>
        <ns0:spPr>
          <ns1:xfrm>
            <ns1:off x="10668000" y="6438900"/>
            <ns1:ext cx="990600" cy="1905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buNone/>
            </ns1:pPr>
            <ns1:r>
              <ns1:rPr lang="ko-KR" sz="975" dirty="0">
                <ns1:solidFill>
                  <ns1:srgbClr val="587067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4 / 5</ns1:t>
            </ns1:r>
            <ns1:endParaRPr lang="ko-KR" sz="975" dirty="0">
              <ns1:ea typeface="Pretendard"/>
            </ns1:endParaRPr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533400" y="1495425"/>
            <ns1:ext cx="11125200" cy="3619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725" dirty="0">
                <ns1:solidFill>
                  <ns1:srgbClr val="587067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시험 사용에서 확인할 사항이며, 성과 수치는 아직 없습니다.</ns1:t>
            </ns1:r>
            <ns1:endParaRPr lang="ko-KR" sz="1725" dirty="0">
              <ns1:ea typeface="Pretendard"/>
            </ns1:endParaRPr>
          </ns1:p>
        </ns0:txBody>
      </ns0:sp>
      <ns0:sp>
        <ns0:nvSpPr>
          <ns0:cNvPr id="6" name="Shape 4"/>
          <ns0:cNvSpPr/>
          <ns0:nvPr/>
        </ns0:nvSpPr>
        <ns0:spPr>
          <ns1:xfrm>
            <ns1:off x="533400" y="2143125"/>
            <ns1:ext cx="11125200" cy="0"/>
          </ns1:xfrm>
          <ns1:prstGeom prst="line">
            <ns1:avLst/>
          </ns1:prstGeom>
          <ns1:noFill/>
          <ns1:ln w="19050">
            <ns1:solidFill>
              <ns1:srgbClr val="22634F"/>
            </ns1:solidFill>
            <ns1:prstDash val="solid"/>
          </ns1:ln>
        </ns0:spPr>
      </ns0:sp>
      <ns0:sp>
        <ns0:nvSpPr>
          <ns0:cNvPr id="7" name="Text 5"/>
          <ns0:cNvSpPr txBox="1"/>
          <ns0:nvPr/>
        </ns0:nvSpPr>
        <ns0:spPr>
          <ns1:xfrm>
            <ns1:off x="533400" y="2276475"/>
            <ns1:ext cx="2857500" cy="5334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00" b="1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검색 정확도</ns1:t>
            </ns1:r>
            <ns1:endParaRPr lang="ko-KR" sz="2100" dirty="0">
              <ns1:ea typeface="Pretendard"/>
            </ns1:endParaRPr>
          </ns1:p>
        </ns0:txBody>
      </ns0:sp>
      <ns0:sp>
        <ns0:nvSpPr>
          <ns0:cNvPr id="8" name="Text 6"/>
          <ns0:cNvSpPr txBox="1"/>
          <ns0:nvPr/>
        </ns0:nvSpPr>
        <ns0:spPr>
          <ns1:xfrm>
            <ns1:off x="3810000" y="2276475"/>
            <ns1:ext cx="7848600" cy="5334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025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질문에 맞는 관련 문서를 찾는지 확인</ns1:t>
            </ns1:r>
            <ns1:endParaRPr lang="ko-KR" sz="2025" dirty="0">
              <ns1:ea typeface="Pretendard"/>
            </ns1:endParaRPr>
          </ns1:p>
        </ns0:txBody>
      </ns0:sp>
      <ns0:sp>
        <ns0:nvSpPr>
          <ns0:cNvPr id="9" name="Shape 7"/>
          <ns0:cNvSpPr/>
          <ns0:nvPr/>
        </ns0:nvSpPr>
        <ns0:spPr>
          <ns1:xfrm>
            <ns1:off x="533400" y="2952750"/>
            <ns1:ext cx="11125200" cy="0"/>
          </ns1:xfrm>
          <ns1:prstGeom prst="line">
            <ns1:avLst/>
          </ns1:prstGeom>
          <ns1:noFill/>
          <ns1:ln w="19050">
            <ns1:solidFill>
              <ns1:srgbClr val="22634F"/>
            </ns1:solidFill>
            <ns1:prstDash val="solid"/>
          </ns1:ln>
        </ns0:spPr>
      </ns0:sp>
      <ns0:sp>
        <ns0:nvSpPr>
          <ns0:cNvPr id="10" name="Text 8"/>
          <ns0:cNvSpPr txBox="1"/>
          <ns0:nvPr/>
        </ns0:nvSpPr>
        <ns0:spPr>
          <ns1:xfrm>
            <ns1:off x="533400" y="3086100"/>
            <ns1:ext cx="2857500" cy="5334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00" b="1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응답시간</ns1:t>
            </ns1:r>
            <ns1:endParaRPr lang="ko-KR" sz="2100" dirty="0">
              <ns1:ea typeface="Pretendard"/>
            </ns1:endParaRPr>
          </ns1:p>
        </ns0:txBody>
      </ns0:sp>
      <ns0:sp>
        <ns0:nvSpPr>
          <ns0:cNvPr id="11" name="Text 9"/>
          <ns0:cNvSpPr txBox="1"/>
          <ns0:nvPr/>
        </ns0:nvSpPr>
        <ns0:spPr>
          <ns1:xfrm>
            <ns1:off x="3810000" y="3086100"/>
            <ns1:ext cx="7848600" cy="5334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025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질문부터 답변 초안까지 걸리는 시간 확인</ns1:t>
            </ns1:r>
            <ns1:endParaRPr lang="ko-KR" sz="2025" dirty="0">
              <ns1:ea typeface="Pretendard"/>
            </ns1:endParaRPr>
          </ns1:p>
        </ns0:txBody>
      </ns0:sp>
      <ns0:sp>
        <ns0:nvSpPr>
          <ns0:cNvPr id="12" name="Shape 10"/>
          <ns0:cNvSpPr/>
          <ns0:nvPr/>
        </ns0:nvSpPr>
        <ns0:spPr>
          <ns1:xfrm>
            <ns1:off x="533400" y="3762375"/>
            <ns1:ext cx="11125200" cy="0"/>
          </ns1:xfrm>
          <ns1:prstGeom prst="line">
            <ns1:avLst/>
          </ns1:prstGeom>
          <ns1:noFill/>
          <ns1:ln w="19050">
            <ns1:solidFill>
              <ns1:srgbClr val="22634F"/>
            </ns1:solidFill>
            <ns1:prstDash val="solid"/>
          </ns1:ln>
        </ns0:spPr>
      </ns0:sp>
      <ns0:sp>
        <ns0:nvSpPr>
          <ns0:cNvPr id="13" name="Text 11"/>
          <ns0:cNvSpPr txBox="1"/>
          <ns0:nvPr/>
        </ns0:nvSpPr>
        <ns0:spPr>
          <ns1:xfrm>
            <ns1:off x="533400" y="3895725"/>
            <ns1:ext cx="2857500" cy="5334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00" b="1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비용</ns1:t>
            </ns1:r>
            <ns1:endParaRPr lang="ko-KR" sz="2100" dirty="0">
              <ns1:ea typeface="Pretendard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3810000" y="3895725"/>
            <ns1:ext cx="7848600" cy="5334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025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시험 운영 비용을 파악하고 예산 검토</ns1:t>
            </ns1:r>
            <ns1:endParaRPr lang="ko-KR" sz="2025" dirty="0">
              <ns1:ea typeface="Pretendard"/>
            </ns1:endParaRPr>
          </ns1:p>
        </ns0:txBody>
      </ns0:sp>
      <ns0:sp>
        <ns0:nvSpPr>
          <ns0:cNvPr id="15" name="Shape 13"/>
          <ns0:cNvSpPr/>
          <ns0:nvPr/>
        </ns0:nvSpPr>
        <ns0:spPr>
          <ns1:xfrm>
            <ns1:off x="533400" y="4572000"/>
            <ns1:ext cx="11125200" cy="0"/>
          </ns1:xfrm>
          <ns1:prstGeom prst="line">
            <ns1:avLst/>
          </ns1:prstGeom>
          <ns1:noFill/>
          <ns1:ln w="19050">
            <ns1:solidFill>
              <ns1:srgbClr val="22634F"/>
            </ns1:solidFill>
            <ns1:prstDash val="solid"/>
          </ns1:ln>
        </ns0:spPr>
      </ns0:sp>
      <ns0:sp>
        <ns0:nvSpPr>
          <ns0:cNvPr id="16" name="Text 14"/>
          <ns0:cNvSpPr txBox="1"/>
          <ns0:nvPr/>
        </ns0:nvSpPr>
        <ns0:spPr>
          <ns1:xfrm>
            <ns1:off x="533400" y="4705350"/>
            <ns1:ext cx="2857500" cy="5334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00" b="1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찾지 못한 질문</ns1:t>
            </ns1:r>
            <ns1:endParaRPr lang="ko-KR" sz="2100" dirty="0">
              <ns1:ea typeface="Pretendard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3810000" y="4705350"/>
            <ns1:ext cx="7848600" cy="5334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025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누락 질문을 기록하고 필요한 자료 보완</ns1:t>
            </ns1:r>
            <ns1:endParaRPr lang="ko-KR" sz="2025" dirty="0">
              <ns1:ea typeface="Pretendard"/>
            </ns1:endParaRPr>
          </ns1:p>
        </ns0:txBody>
      </ns0:sp>
      <ns0:sp>
        <ns0:nvSpPr>
          <ns0:cNvPr id="18" name="Text 16"/>
          <ns0:cNvSpPr txBox="1"/>
          <ns0:nvPr/>
        </ns0:nvSpPr>
        <ns0:spPr>
          <ns1:xfrm>
            <ns1:off x="533400" y="5695950"/>
            <ns1:ext cx="11125200" cy="3619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725" dirty="0">
                <ns1:solidFill>
                  <ns1:srgbClr val="22634F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현재 상태: 정확도·응답시간·비용 미측정 / 예산 미정</ns1:t>
            </ns1:r>
            <ns1:endParaRPr lang="ko-KR" sz="1725" dirty="0">
              <ns1:ea typeface="Pretendard"/>
            </ns1:endParaRPr>
          </ns1:p>
        </ns0:txBody>
      </ns0:sp>
    </ns0:spTree>
  </ns0:cSld>
  <ns0:clrMapOvr>
    <ns1:masterClrMapping/>
  </ns0:clrMapOvr>
</ns0:sld>
</file>

<file path=ppt/slides/slide5.xml><?xml version="1.0" encoding="utf-8"?>
<ns0:sld xmlns:ns0="http://schemas.openxmlformats.org/presentationml/2006/main" xmlns:ns1="http://schemas.openxmlformats.org/drawingml/2006/main">
  <ns0:cSld name="Slide 5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533400" y="285750"/>
            <ns1:ext cx="11125200" cy="228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975" dirty="0">
                <ns1:solidFill>
                  <ns1:srgbClr val="587067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사내 문서 검색 도입 제안</ns1:t>
            </ns1:r>
            <ns1:endParaRPr lang="ko-KR" sz="975" dirty="0">
              <ns1:ea typeface="Pretendard"/>
            </ns1:endParaRPr>
          </ns1:p>
        </ns0:txBody>
      </ns0:sp>
      <ns0:sp>
        <ns0:nvSpPr>
          <ns0:cNvPr id="3" name="Text 1"/>
          <ns0:cNvSpPr txBox="1"/>
          <ns0:nvPr/>
        </ns0:nvSpPr>
        <ns0:spPr>
          <ns1:xfrm>
            <ns1:off x="533400" y="752475"/>
            <ns1:ext cx="11125200" cy="609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3300" b="1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도입 판단</ns1:t>
            </ns1:r>
            <ns1:endParaRPr lang="ko-KR" sz="3300" dirty="0">
              <ns1:ea typeface="Pretendard"/>
            </ns1:endParaRPr>
          </ns1:p>
        </ns0:txBody>
      </ns0:sp>
      <ns0:sp>
        <ns0:nvSpPr>
          <ns0:cNvPr id="4" name="Text 2"/>
          <ns0:cNvSpPr txBox="1"/>
          <ns0:nvPr/>
        </ns0:nvSpPr>
        <ns0:spPr>
          <ns1:xfrm>
            <ns1:off x="10668000" y="6438900"/>
            <ns1:ext cx="990600" cy="1905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buNone/>
            </ns1:pPr>
            <ns1:r>
              <ns1:rPr lang="ko-KR" sz="975" dirty="0">
                <ns1:solidFill>
                  <ns1:srgbClr val="587067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5 / 5</ns1:t>
            </ns1:r>
            <ns1:endParaRPr lang="ko-KR" sz="975" dirty="0">
              <ns1:ea typeface="Pretendard"/>
            </ns1:endParaRPr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533400" y="1495425"/>
            <ns1:ext cx="11125200" cy="3619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725" dirty="0">
                <ns1:solidFill>
                  <ns1:srgbClr val="587067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시험 결과와 자료 보완 필요성을 검토한 뒤 다음 단계를 정합니다.</ns1:t>
            </ns1:r>
            <ns1:endParaRPr lang="ko-KR" sz="1725" dirty="0">
              <ns1:ea typeface="Pretendard"/>
            </ns1:endParaRPr>
          </ns1:p>
        </ns0:txBody>
      </ns0:sp>
      <ns0:sp>
        <ns0:nvSpPr>
          <ns0:cNvPr id="6" name="Shape 4"/>
          <ns0:cNvSpPr/>
          <ns0:nvPr/>
        </ns0:nvSpPr>
        <ns0:spPr>
          <ns1:xfrm>
            <ns1:off x="533400" y="2228850"/>
            <ns1:ext cx="11125200" cy="876300"/>
          </ns1:xfrm>
          <ns1:prstGeom prst="rect">
            <ns1:avLst/>
          </ns1:prstGeom>
          <ns1:solidFill>
            <ns1:srgbClr val="22634F"/>
          </ns1:solidFill>
          <ns1:ln w="9525">
            <ns1:solidFill>
              <ns1:srgbClr val="22634F"/>
            </ns1:solidFill>
            <ns1:prstDash val="solid"/>
          </ns1:ln>
        </ns0:spPr>
      </ns0:sp>
      <ns0:sp>
        <ns0:nvSpPr>
          <ns0:cNvPr id="7" name="Text 5"/>
          <ns0:cNvSpPr txBox="1"/>
          <ns0:nvPr/>
        </ns0:nvSpPr>
        <ns0:spPr>
          <ns1:xfrm>
            <ns1:off x="762000" y="2419350"/>
            <ns1:ext cx="10668000" cy="4953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400" b="1" dirty="0">
                <ns1:solidFill>
                  <ns1:srgbClr val="FFFFFF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이번 제안: 제한된 범위의 시험 사용부터 시작</ns1:t>
            </ns1:r>
            <ns1:endParaRPr lang="ko-KR" sz="2400" dirty="0">
              <ns1:ea typeface="Pretendard"/>
            </ns1:endParaRPr>
          </ns1:p>
        </ns0:txBody>
      </ns0:sp>
      <ns0:sp>
        <ns0:nvSpPr>
          <ns0:cNvPr id="8" name="Text 6"/>
          <ns0:cNvSpPr txBox="1"/>
          <ns0:nvPr/>
        </ns0:nvSpPr>
        <ns0:spPr>
          <ns1:xfrm>
            <ns1:off x="533400" y="3486150"/>
            <ns1:ext cx="857250" cy="42862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75" b="1" dirty="0">
                <ns1:solidFill>
                  <ns1:srgbClr val="22634F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01</ns1:t>
            </ns1:r>
            <ns1:endParaRPr lang="ko-KR" sz="2175" dirty="0">
              <ns1:ea typeface="Pretendard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1524000" y="3486150"/>
            <ns1:ext cx="9810750" cy="42862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250" b="1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시험 사용 결과 정리</ns1:t>
            </ns1:r>
            <ns1:endParaRPr lang="ko-KR" sz="2250" dirty="0">
              <ns1:ea typeface="Pretendard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1524000" y="3952875"/>
            <ns1:ext cx="9810750" cy="42862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875" dirty="0">
                <ns1:solidFill>
                  <ns1:srgbClr val="587067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검색 정확도 · 응답시간 · 비용 · 찾지 못한 질문</ns1:t>
            </ns1:r>
            <ns1:endParaRPr lang="ko-KR" sz="1875" dirty="0">
              <ns1:ea typeface="Pretendard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533400" y="4572000"/>
            <ns1:ext cx="11125200" cy="0"/>
          </ns1:xfrm>
          <ns1:prstGeom prst="line">
            <ns1:avLst/>
          </ns1:prstGeom>
          <ns1:noFill/>
          <ns1:ln w="19050">
            <ns1:solidFill>
              <ns1:srgbClr val="22634F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533400" y="4829175"/>
            <ns1:ext cx="857250" cy="42862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175" b="1" dirty="0">
                <ns1:solidFill>
                  <ns1:srgbClr val="22634F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02</ns1:t>
            </ns1:r>
            <ns1:endParaRPr lang="ko-KR" sz="2175" dirty="0">
              <ns1:ea typeface="Pretendard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1524000" y="4829175"/>
            <ns1:ext cx="9810750" cy="428625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2250" b="1" dirty="0">
                <ns1:solidFill>
                  <ns1:srgbClr val="18382D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자료 보완과 도입 여부 검토</ns1:t>
            </ns1:r>
            <ns1:endParaRPr lang="ko-KR" sz="2250" dirty="0">
              <ns1:ea typeface="Pretendard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1524000" y="5314950"/>
            <ns1:ext cx="9810750" cy="47625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l" indent="0" marL="0">
              <ns1:buNone/>
            </ns1:pPr>
            <ns1:r>
              <ns1:rPr lang="ko-KR" sz="1875" dirty="0">
                <ns1:solidFill>
                  <ns1:srgbClr val="587067"/>
                </ns1:solidFill>
                <ns1:latin typeface="Pretendard" pitchFamily="34" charset="0"/>
                <ns1:ea typeface="Pretendard" pitchFamily="34" charset="-122"/>
                <ns1:cs typeface="Pretendard" pitchFamily="34" charset="-120"/>
              </ns1:rPr>
              <ns1:t>미측정 항목과 미정 예산을 확인한 뒤 판단합니다.</ns1:t>
            </ns1:r>
            <ns1:endParaRPr lang="ko-KR" sz="1875" dirty="0">
              <ns1:ea typeface="Pretendard"/>
            </ns1:endParaRPr>
          </ns1:p>
        </ns0:txBody>
      </ns0:sp>
    </ns0:spTree>
  </ns0:cSld>
  <ns0:clrMapOvr>
    <ns1:masterClrMapping/>
  </ns0:clrMapOvr>
</ns0:sld>
</file>

<file path=ppt/theme/clean-notes-notesMaster1.xml.rels-theme.xml><?xml version="1.0" encoding="utf-8"?>
<ns0:theme xmlns:ns0="http://schemas.openxmlformats.org/drawingml/2006/main" xmlns:ns1="http://schemas.microsoft.com/office/thememl/2012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44546A"/>
      </ns0:dk2>
      <ns0:lt2>
        <ns0:srgbClr val="E7E6E6"/>
      </ns0:lt2>
      <ns0:accent1>
        <ns0:srgbClr val="4472C4"/>
      </ns0:accent1>
      <ns0:accent2>
        <ns0:srgbClr val="ED7D31"/>
      </ns0:accent2>
      <ns0:accent3>
        <ns0:srgbClr val="A5A5A5"/>
      </ns0:accent3>
      <ns0:accent4>
        <ns0:srgbClr val="FFC000"/>
      </ns0:accent4>
      <ns0:accent5>
        <ns0:srgbClr val="5B9BD5"/>
      </ns0:accent5>
      <ns0:accent6>
        <ns0:srgbClr val="70AD47"/>
      </ns0:accent6>
      <ns0:hlink>
        <ns0:srgbClr val="0563C1"/>
      </ns0:hlink>
      <ns0:folHlink>
        <ns0:srgbClr val="954F72"/>
      </ns0:folHlink>
    </ns0:clrScheme>
    <ns0:fontScheme name="Office">
      <ns0:majorFont>
        <ns0:latin typeface="Pretendard"/>
        <ns0:ea typeface="Pretendard"/>
        <ns0:cs typeface="Pretendard"/>
        <ns0:font script="Jpan" typeface="Pretendard"/>
        <ns0:font script="Hang" typeface="Pretendard"/>
        <ns0:font script="Hans" typeface="Pretendard"/>
        <ns0:font script="Hant" typeface="Pretendard"/>
        <ns0:font script="Arab" typeface="Times New Roman"/>
        <ns0:font script="Hebr" typeface="Times New Roman"/>
        <ns0:font script="Thai" typeface="Angsana New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  <ns0:font script="Armn" typeface="Arial"/>
        <ns0:font script="Bugi" typeface="Leelawadee UI"/>
        <ns0:font script="Bopo" typeface="Microsoft JhengHei"/>
        <ns0:font script="Java" typeface="Javanese Text"/>
        <ns0:font script="Lisu" typeface="Segoe UI"/>
        <ns0:font script="Mymr" typeface="Myanmar Text"/>
        <ns0:font script="Nkoo" typeface="Ebrima"/>
        <ns0:font script="Olck" typeface="Nirmala UI"/>
        <ns0:font script="Osma" typeface="Ebrima"/>
        <ns0:font script="Phag" typeface="Phagspa"/>
        <ns0:font script="Syrn" typeface="Estrangelo Edessa"/>
        <ns0:font script="Syrj" typeface="Estrangelo Edessa"/>
        <ns0:font script="Syre" typeface="Estrangelo Edessa"/>
        <ns0:font script="Sora" typeface="Nirmala UI"/>
        <ns0:font script="Tale" typeface="Microsoft Tai Le"/>
        <ns0:font script="Talu" typeface="Microsoft New Tai Lue"/>
        <ns0:font script="Tfng" typeface="Ebrima"/>
      </ns0:majorFont>
      <ns0:minorFont>
        <ns0:latin typeface="Pretendard"/>
        <ns0:ea typeface="Pretendard"/>
        <ns0:cs typeface="Pretendard"/>
        <ns0:font script="Jpan" typeface="Pretendard"/>
        <ns0:font script="Hang" typeface="Pretendard"/>
        <ns0:font script="Hans" typeface="Pretendard"/>
        <ns0:font script="Hant" typeface="Pretendard"/>
        <ns0:font script="Arab" typeface="Arial"/>
        <ns0:font script="Hebr" typeface="Arial"/>
        <ns0:font script="Thai" typeface="Cordia New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  <ns0:font script="Armn" typeface="Arial"/>
        <ns0:font script="Bugi" typeface="Leelawadee UI"/>
        <ns0:font script="Bopo" typeface="Microsoft JhengHei"/>
        <ns0:font script="Java" typeface="Javanese Text"/>
        <ns0:font script="Lisu" typeface="Segoe UI"/>
        <ns0:font script="Mymr" typeface="Myanmar Text"/>
        <ns0:font script="Nkoo" typeface="Ebrima"/>
        <ns0:font script="Olck" typeface="Nirmala UI"/>
        <ns0:font script="Osma" typeface="Ebrima"/>
        <ns0:font script="Phag" typeface="Phagspa"/>
        <ns0:font script="Syrn" typeface="Estrangelo Edessa"/>
        <ns0:font script="Syrj" typeface="Estrangelo Edessa"/>
        <ns0:font script="Syre" typeface="Estrangelo Edessa"/>
        <ns0:font script="Sora" typeface="Nirmala UI"/>
        <ns0:font script="Tale" typeface="Microsoft Tai Le"/>
        <ns0:font script="Talu" typeface="Microsoft New Tai Lue"/>
        <ns0:font script="Tfng" typeface="Ebrima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lumMod val="110000"/>
                <ns0:satMod val="105000"/>
                <ns0:tint val="67000"/>
              </ns0:schemeClr>
            </ns0:gs>
            <ns0:gs pos="50000">
              <ns0:schemeClr val="phClr">
                <ns0:lumMod val="105000"/>
                <ns0:satMod val="103000"/>
                <ns0:tint val="73000"/>
              </ns0:schemeClr>
            </ns0:gs>
            <ns0:gs pos="100000">
              <ns0:schemeClr val="phClr">
                <ns0:lumMod val="105000"/>
                <ns0:satMod val="109000"/>
                <ns0:tint val="81000"/>
              </ns0:schemeClr>
            </ns0:gs>
          </ns0:gsLst>
          <ns0:lin ang="5400000" scaled="0"/>
        </ns0:gradFill>
        <ns0:gradFill rotWithShape="1">
          <ns0:gsLst>
            <ns0:gs pos="0">
              <ns0:schemeClr val="phClr">
                <ns0:satMod val="103000"/>
                <ns0:lumMod val="102000"/>
                <ns0:tint val="94000"/>
              </ns0:schemeClr>
            </ns0:gs>
            <ns0:gs pos="50000">
              <ns0:schemeClr val="phClr">
                <ns0:satMod val="110000"/>
                <ns0:lumMod val="100000"/>
                <ns0:shade val="100000"/>
              </ns0:schemeClr>
            </ns0:gs>
            <ns0:gs pos="100000">
              <ns0:schemeClr val="phClr">
                <ns0:lumMod val="99000"/>
                <ns0:satMod val="120000"/>
                <ns0:shade val="78000"/>
              </ns0:schemeClr>
            </ns0:gs>
          </ns0:gsLst>
          <ns0:lin ang="5400000" scaled="0"/>
        </ns0:gradFill>
      </ns0:fillStyleLst>
      <ns0:lnStyleLst>
        <ns0:ln w="6350" cap="flat" cmpd="sng" algn="ctr">
          <ns0:solidFill>
            <ns0:schemeClr val="phClr"/>
          </ns0:solidFill>
          <ns0:prstDash val="solid"/>
          <ns0:miter lim="800000"/>
        </ns0:ln>
        <ns0:ln w="12700" cap="flat" cmpd="sng" algn="ctr">
          <ns0:solidFill>
            <ns0:schemeClr val="phClr"/>
          </ns0:solidFill>
          <ns0:prstDash val="solid"/>
          <ns0:miter lim="800000"/>
        </ns0:ln>
        <ns0:ln w="19050" cap="flat" cmpd="sng" algn="ctr">
          <ns0:solidFill>
            <ns0:schemeClr val="phClr"/>
          </ns0:solidFill>
          <ns0:prstDash val="solid"/>
          <ns0:miter lim="800000"/>
        </ns0:ln>
      </ns0:lnStyleLst>
      <ns0:effectStyleLst>
        <ns0:effectStyle>
          <ns0:effectLst/>
        </ns0:effectStyle>
        <ns0:effectStyle>
          <ns0:effectLst/>
        </ns0:effectStyle>
        <ns0:effectStyle>
          <ns0:effectLst>
            <ns0:outerShdw blurRad="57150" dist="19050" dir="5400000" algn="ctr" rotWithShape="0">
              <ns0:srgbClr val="000000">
                <ns0:alpha val="63000"/>
              </ns0:srgbClr>
            </ns0:outerShdw>
          </ns0:effectLst>
        </ns0:effectStyle>
      </ns0:effectStyleLst>
      <ns0:bgFillStyleLst>
        <ns0:solidFill>
          <ns0:schemeClr val="phClr"/>
        </ns0:solidFill>
        <ns0:solidFill>
          <ns0:schemeClr val="phClr">
            <ns0:tint val="95000"/>
            <ns0:satMod val="170000"/>
          </ns0:schemeClr>
        </ns0:solidFill>
        <ns0:gradFill rotWithShape="1">
          <ns0:gsLst>
            <ns0:gs pos="0">
              <ns0:schemeClr val="phClr">
                <ns0:tint val="93000"/>
                <ns0:satMod val="150000"/>
                <ns0:shade val="98000"/>
                <ns0:lumMod val="102000"/>
              </ns0:schemeClr>
            </ns0:gs>
            <ns0:gs pos="50000">
              <ns0:schemeClr val="phClr">
                <ns0:tint val="98000"/>
                <ns0:satMod val="130000"/>
                <ns0:shade val="90000"/>
                <ns0:lumMod val="103000"/>
              </ns0:schemeClr>
            </ns0:gs>
            <ns0:gs pos="100000">
              <ns0:schemeClr val="phClr">
                <ns0:shade val="63000"/>
                <ns0:satMod val="120000"/>
              </ns0:schemeClr>
            </ns0:gs>
          </ns0:gsLst>
          <ns0:lin ang="5400000" scaled="0"/>
        </ns0:gradFill>
      </ns0:bgFillStyleLst>
    </ns0:fmtScheme>
  </ns0:themeElements>
  <ns0:objectDefaults/>
  <ns0:extraClrSchemeLst/>
  <ns0:extLst>
    <ns0:ext uri="{05A4C25C-085E-4340-85A3-A5531E510DB2}">
      <ns1:themeFamily name="Office Theme" id="{62F939B6-93AF-4DB8-9C6B-D6C7DFDC589F}" vid="{4A3C46E8-61CC-4603-A589-7422A47A8E4A}"/>
    </ns0:ext>
  </ns0:extLst>
</ns0:theme>
</file>

<file path=ppt/theme/theme1.xml><?xml version="1.0" encoding="utf-8"?>
<ns0:theme xmlns:ns0="http://schemas.openxmlformats.org/drawingml/2006/main" xmlns:ns1="http://schemas.microsoft.com/office/thememl/2012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44546A"/>
      </ns0:dk2>
      <ns0:lt2>
        <ns0:srgbClr val="E7E6E6"/>
      </ns0:lt2>
      <ns0:accent1>
        <ns0:srgbClr val="4472C4"/>
      </ns0:accent1>
      <ns0:accent2>
        <ns0:srgbClr val="ED7D31"/>
      </ns0:accent2>
      <ns0:accent3>
        <ns0:srgbClr val="A5A5A5"/>
      </ns0:accent3>
      <ns0:accent4>
        <ns0:srgbClr val="FFC000"/>
      </ns0:accent4>
      <ns0:accent5>
        <ns0:srgbClr val="5B9BD5"/>
      </ns0:accent5>
      <ns0:accent6>
        <ns0:srgbClr val="70AD47"/>
      </ns0:accent6>
      <ns0:hlink>
        <ns0:srgbClr val="0563C1"/>
      </ns0:hlink>
      <ns0:folHlink>
        <ns0:srgbClr val="954F72"/>
      </ns0:folHlink>
    </ns0:clrScheme>
    <ns0:fontScheme name="Office">
      <ns0:majorFont>
        <ns0:latin typeface="Pretendard"/>
        <ns0:ea typeface="Pretendard"/>
        <ns0:cs typeface="Pretendard"/>
        <ns0:font script="Jpan" typeface="Pretendard"/>
        <ns0:font script="Hang" typeface="Pretendard"/>
        <ns0:font script="Hans" typeface="Pretendard"/>
        <ns0:font script="Hant" typeface="Pretendard"/>
        <ns0:font script="Arab" typeface="Times New Roman"/>
        <ns0:font script="Hebr" typeface="Times New Roman"/>
        <ns0:font script="Thai" typeface="Angsana New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  <ns0:font script="Armn" typeface="Arial"/>
        <ns0:font script="Bugi" typeface="Leelawadee UI"/>
        <ns0:font script="Bopo" typeface="Microsoft JhengHei"/>
        <ns0:font script="Java" typeface="Javanese Text"/>
        <ns0:font script="Lisu" typeface="Segoe UI"/>
        <ns0:font script="Mymr" typeface="Myanmar Text"/>
        <ns0:font script="Nkoo" typeface="Ebrima"/>
        <ns0:font script="Olck" typeface="Nirmala UI"/>
        <ns0:font script="Osma" typeface="Ebrima"/>
        <ns0:font script="Phag" typeface="Phagspa"/>
        <ns0:font script="Syrn" typeface="Estrangelo Edessa"/>
        <ns0:font script="Syrj" typeface="Estrangelo Edessa"/>
        <ns0:font script="Syre" typeface="Estrangelo Edessa"/>
        <ns0:font script="Sora" typeface="Nirmala UI"/>
        <ns0:font script="Tale" typeface="Microsoft Tai Le"/>
        <ns0:font script="Talu" typeface="Microsoft New Tai Lue"/>
        <ns0:font script="Tfng" typeface="Ebrima"/>
      </ns0:majorFont>
      <ns0:minorFont>
        <ns0:latin typeface="Pretendard"/>
        <ns0:ea typeface="Pretendard"/>
        <ns0:cs typeface="Pretendard"/>
        <ns0:font script="Jpan" typeface="Pretendard"/>
        <ns0:font script="Hang" typeface="Pretendard"/>
        <ns0:font script="Hans" typeface="Pretendard"/>
        <ns0:font script="Hant" typeface="Pretendard"/>
        <ns0:font script="Arab" typeface="Arial"/>
        <ns0:font script="Hebr" typeface="Arial"/>
        <ns0:font script="Thai" typeface="Cordia New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  <ns0:font script="Armn" typeface="Arial"/>
        <ns0:font script="Bugi" typeface="Leelawadee UI"/>
        <ns0:font script="Bopo" typeface="Microsoft JhengHei"/>
        <ns0:font script="Java" typeface="Javanese Text"/>
        <ns0:font script="Lisu" typeface="Segoe UI"/>
        <ns0:font script="Mymr" typeface="Myanmar Text"/>
        <ns0:font script="Nkoo" typeface="Ebrima"/>
        <ns0:font script="Olck" typeface="Nirmala UI"/>
        <ns0:font script="Osma" typeface="Ebrima"/>
        <ns0:font script="Phag" typeface="Phagspa"/>
        <ns0:font script="Syrn" typeface="Estrangelo Edessa"/>
        <ns0:font script="Syrj" typeface="Estrangelo Edessa"/>
        <ns0:font script="Syre" typeface="Estrangelo Edessa"/>
        <ns0:font script="Sora" typeface="Nirmala UI"/>
        <ns0:font script="Tale" typeface="Microsoft Tai Le"/>
        <ns0:font script="Talu" typeface="Microsoft New Tai Lue"/>
        <ns0:font script="Tfng" typeface="Ebrima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lumMod val="110000"/>
                <ns0:satMod val="105000"/>
                <ns0:tint val="67000"/>
              </ns0:schemeClr>
            </ns0:gs>
            <ns0:gs pos="50000">
              <ns0:schemeClr val="phClr">
                <ns0:lumMod val="105000"/>
                <ns0:satMod val="103000"/>
                <ns0:tint val="73000"/>
              </ns0:schemeClr>
            </ns0:gs>
            <ns0:gs pos="100000">
              <ns0:schemeClr val="phClr">
                <ns0:lumMod val="105000"/>
                <ns0:satMod val="109000"/>
                <ns0:tint val="81000"/>
              </ns0:schemeClr>
            </ns0:gs>
          </ns0:gsLst>
          <ns0:lin ang="5400000" scaled="0"/>
        </ns0:gradFill>
        <ns0:gradFill rotWithShape="1">
          <ns0:gsLst>
            <ns0:gs pos="0">
              <ns0:schemeClr val="phClr">
                <ns0:satMod val="103000"/>
                <ns0:lumMod val="102000"/>
                <ns0:tint val="94000"/>
              </ns0:schemeClr>
            </ns0:gs>
            <ns0:gs pos="50000">
              <ns0:schemeClr val="phClr">
                <ns0:satMod val="110000"/>
                <ns0:lumMod val="100000"/>
                <ns0:shade val="100000"/>
              </ns0:schemeClr>
            </ns0:gs>
            <ns0:gs pos="100000">
              <ns0:schemeClr val="phClr">
                <ns0:lumMod val="99000"/>
                <ns0:satMod val="120000"/>
                <ns0:shade val="78000"/>
              </ns0:schemeClr>
            </ns0:gs>
          </ns0:gsLst>
          <ns0:lin ang="5400000" scaled="0"/>
        </ns0:gradFill>
      </ns0:fillStyleLst>
      <ns0:lnStyleLst>
        <ns0:ln w="6350" cap="flat" cmpd="sng" algn="ctr">
          <ns0:solidFill>
            <ns0:schemeClr val="phClr"/>
          </ns0:solidFill>
          <ns0:prstDash val="solid"/>
          <ns0:miter lim="800000"/>
        </ns0:ln>
        <ns0:ln w="12700" cap="flat" cmpd="sng" algn="ctr">
          <ns0:solidFill>
            <ns0:schemeClr val="phClr"/>
          </ns0:solidFill>
          <ns0:prstDash val="solid"/>
          <ns0:miter lim="800000"/>
        </ns0:ln>
        <ns0:ln w="19050" cap="flat" cmpd="sng" algn="ctr">
          <ns0:solidFill>
            <ns0:schemeClr val="phClr"/>
          </ns0:solidFill>
          <ns0:prstDash val="solid"/>
          <ns0:miter lim="800000"/>
        </ns0:ln>
      </ns0:lnStyleLst>
      <ns0:effectStyleLst>
        <ns0:effectStyle>
          <ns0:effectLst/>
        </ns0:effectStyle>
        <ns0:effectStyle>
          <ns0:effectLst/>
        </ns0:effectStyle>
        <ns0:effectStyle>
          <ns0:effectLst>
            <ns0:outerShdw blurRad="57150" dist="19050" dir="5400000" algn="ctr" rotWithShape="0">
              <ns0:srgbClr val="000000">
                <ns0:alpha val="63000"/>
              </ns0:srgbClr>
            </ns0:outerShdw>
          </ns0:effectLst>
        </ns0:effectStyle>
      </ns0:effectStyleLst>
      <ns0:bgFillStyleLst>
        <ns0:solidFill>
          <ns0:schemeClr val="phClr"/>
        </ns0:solidFill>
        <ns0:solidFill>
          <ns0:schemeClr val="phClr">
            <ns0:tint val="95000"/>
            <ns0:satMod val="170000"/>
          </ns0:schemeClr>
        </ns0:solidFill>
        <ns0:gradFill rotWithShape="1">
          <ns0:gsLst>
            <ns0:gs pos="0">
              <ns0:schemeClr val="phClr">
                <ns0:tint val="93000"/>
                <ns0:satMod val="150000"/>
                <ns0:shade val="98000"/>
                <ns0:lumMod val="102000"/>
              </ns0:schemeClr>
            </ns0:gs>
            <ns0:gs pos="50000">
              <ns0:schemeClr val="phClr">
                <ns0:tint val="98000"/>
                <ns0:satMod val="130000"/>
                <ns0:shade val="90000"/>
                <ns0:lumMod val="103000"/>
              </ns0:schemeClr>
            </ns0:gs>
            <ns0:gs pos="100000">
              <ns0:schemeClr val="phClr">
                <ns0:shade val="63000"/>
                <ns0:satMod val="120000"/>
              </ns0:schemeClr>
            </ns0:gs>
          </ns0:gsLst>
          <ns0:lin ang="5400000" scaled="0"/>
        </ns0:gradFill>
      </ns0:bgFillStyleLst>
    </ns0:fmtScheme>
  </ns0:themeElements>
  <ns0:objectDefaults/>
  <ns0:extraClrSchemeLst/>
  <ns0:extLst>
    <ns0:ext uri="{05A4C25C-085E-4340-85A3-A5531E510DB2}">
      <ns1:themeFamily name="Office Theme" id="{62F939B6-93AF-4DB8-9C6B-D6C7DFDC589F}" vid="{4A3C46E8-61CC-4603-A589-7422A47A8E4A}"/>
    </ns0:ext>
  </ns0:extLst>
</ns0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사내 문서 검색 도입 제안</dc:title>
  <dc:subject/>
  <dc:creator/>
  <cp:lastModifiedBy/>
  <cp:revision>1</cp:revision>
  <dcterms:created xsi:type="dcterms:W3CDTF">2026-10-22T02:16:32Z</dcterms:created>
  <dcterms:modified xsi:type="dcterms:W3CDTF">2026-10-22T02:16:32Z</dcterms:modified>
</cp:coreProperties>
</file>