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clean-notes-notesMaster1.xml.rels-theme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
		<Relationship Id="rId1" Type="http://schemas.openxmlformats.org/officeDocument/2006/relationships/theme" Target="../theme/clean-notes-notesMaster1.xml.rels-theme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ko-KR">
                <a:ea typeface="Pretendard"/>
              </a:defRPr>
            </a:lvl1pPr>
          </a:lstStyle>
          <a:p>
            <a:fld id="{5282F153-3F37-0F45-9E97-73ACFA13230C}" type="datetimeFigureOut">
              <a:rPr lang="ko-KR">
                <a:ea typeface="Pretendard"/>
              </a:rPr>
              <a:t>7/23/19</a:t>
            </a:fld>
            <a:endParaRPr lang="ko-KR">
              <a:ea typeface="Pretendard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>
              <a:ea typeface="Pretendard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>
                <a:ea typeface="Pretendard"/>
              </a:rPr>
              <a:t>Click to edit Master text styles</a:t>
            </a:r>
          </a:p>
          <a:p>
            <a:pPr lvl="1"/>
            <a:r>
              <a:rPr lang="ko-KR">
                <a:ea typeface="Pretendard"/>
              </a:rPr>
              <a:t>Second level</a:t>
            </a:r>
          </a:p>
          <a:p>
            <a:pPr lvl="2"/>
            <a:r>
              <a:rPr lang="ko-KR">
                <a:ea typeface="Pretendard"/>
              </a:rPr>
              <a:t>Third level</a:t>
            </a:r>
          </a:p>
          <a:p>
            <a:pPr lvl="3"/>
            <a:r>
              <a:rPr lang="ko-KR">
                <a:ea typeface="Pretendard"/>
              </a:rPr>
              <a:t>Fourth level</a:t>
            </a:r>
          </a:p>
          <a:p>
            <a:pPr lvl="4"/>
            <a:r>
              <a:rPr lang="ko-KR">
                <a:ea typeface="Pretendard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ko-KR">
                <a:ea typeface="Pretendard"/>
              </a:defRPr>
            </a:lvl1pPr>
          </a:lstStyle>
          <a:p>
            <a:fld id="{CE5E9CC1-C706-0F49-92D6-E571CC5EEA8F}" type="slidenum">
              <a:rPr lang="ko-KR">
                <a:ea typeface="Pretendard"/>
              </a:rPr>
              <a:t>‹#›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현장의 문제부터 적용 범위까지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1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관련 문서를 찾고, 출처가 있는 답변 초안을 확인합니다.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2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작게 시작하고, 답하지 못한 질문을 다음 개선에 반영합니다.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3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도입 전, 정확성과 사용 부담을 같은 기준으로 살펴봅니다.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4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시험 결과와 미확인 항목을 확인한 뒤 적용 범위를 결정합니다.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5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ko-KR">
          <a:solidFill>
            <a:schemeClr val="tx1"/>
          </a:solidFill>
          <a:latin typeface="+mj-lt"/>
          <a:ea typeface="Pretendard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9pPr>
    </p:bodyStyle>
    <p:otherStyle>
      <a:defPPr>
        <a:defRPr lang="ko-KR">
          <a:ea typeface="Pretendard"/>
        </a:defRPr>
      </a:defPPr>
      <a:lvl1pPr marL="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457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914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371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18288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2860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743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200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657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/  BUSINESS PRESENTATION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개선 발표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33400" y="149542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현장의 문제부터 적용 범위까지</a:t>
            </a:r>
            <a:endParaRPr lang="ko-KR" sz="1575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33400" y="2000250"/>
            <a:ext cx="666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45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</a:t>
            </a:r>
            <a:endParaRPr lang="ko-KR" sz="4500" dirty="0">
              <a:ea typeface="Pretendard"/>
            </a:endParaRPr>
          </a:p>
          <a:p>
            <a:pPr algn="l" indent="0" marL="0">
              <a:buNone/>
            </a:pPr>
            <a:r>
              <a:rPr lang="ko-KR" sz="45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제안</a:t>
            </a:r>
            <a:endParaRPr lang="ko-KR" sz="4500" dirty="0">
              <a:ea typeface="Pretendard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33400" y="3743325"/>
            <a:ext cx="6191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반복되는 질문에 답할 때</a:t>
            </a:r>
            <a:endParaRPr lang="ko-KR" sz="1950" dirty="0">
              <a:ea typeface="Pretendard"/>
            </a:endParaRPr>
          </a:p>
          <a:p>
            <a:pPr algn="l" indent="0" marL="0">
              <a:buNone/>
            </a:pPr>
            <a:r>
              <a:rPr lang="ko-KR" sz="19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안내문을 함께 찾는 흐름입니다.</a:t>
            </a:r>
            <a:endParaRPr lang="ko-KR" sz="1950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33400" y="5495925"/>
            <a:ext cx="600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개선 제안  /  발표 구성 예시</a:t>
            </a:r>
            <a:endParaRPr lang="ko-KR" sz="1500" dirty="0">
              <a:ea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848600" y="1952625"/>
            <a:ext cx="3810000" cy="38481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96250" y="2257425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650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667750" y="2257425"/>
            <a:ext cx="274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문제</a:t>
            </a:r>
            <a:endParaRPr lang="ko-KR" sz="2025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667750" y="2686050"/>
            <a:ext cx="266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42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위치와 최신본 확인</a:t>
            </a:r>
            <a:endParaRPr lang="ko-KR" sz="1425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096250" y="3390900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650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667750" y="3390900"/>
            <a:ext cx="274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범위</a:t>
            </a:r>
            <a:endParaRPr lang="ko-KR" sz="2025" dirty="0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667750" y="3819525"/>
            <a:ext cx="266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42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사내 안내문 검색</a:t>
            </a:r>
            <a:endParaRPr lang="ko-KR" sz="1425" dirty="0"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096250" y="4524375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650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667750" y="4524375"/>
            <a:ext cx="274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판단</a:t>
            </a:r>
            <a:endParaRPr lang="ko-KR" sz="2025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667750" y="4953000"/>
            <a:ext cx="266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42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시험 후 범위 결정</a:t>
            </a:r>
            <a:endParaRPr lang="ko-KR" sz="1425" dirty="0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3400" y="6496050"/>
            <a:ext cx="1047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|  가상 예제</a:t>
            </a:r>
            <a:endParaRPr lang="ko-KR" sz="900" dirty="0">
              <a:ea typeface="Pretendard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0858500" y="6477000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05</a:t>
            </a:r>
            <a:endParaRPr lang="ko-KR" sz="1050" dirty="0">
              <a:ea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/  BUSINESS PRESENTATION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흐름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33400" y="149542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문서를 찾고, 출처가 있는 답변 초안을 확인합니다.</a:t>
            </a:r>
            <a:endParaRPr lang="ko-KR" sz="1575" dirty="0">
              <a:ea typeface="Pretendar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3400" y="2305050"/>
            <a:ext cx="3454400" cy="59055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3900" y="2438400"/>
            <a:ext cx="307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질문 입력</a:t>
            </a:r>
            <a:endParaRPr lang="ko-KR" sz="1875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33400" y="3209925"/>
            <a:ext cx="34544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찾고 싶은 내용을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질문합니다.</a:t>
            </a:r>
            <a:endParaRPr lang="ko-KR" sz="1875" dirty="0">
              <a:ea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33400" y="4829175"/>
            <a:ext cx="34544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44950" y="2600325"/>
            <a:ext cx="257175" cy="0"/>
          </a:xfrm>
          <a:prstGeom prst="line">
            <a:avLst/>
          </a:prstGeom>
          <a:noFill/>
          <a:ln w="19050">
            <a:solidFill>
              <a:srgbClr val="22634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68800" y="2305050"/>
            <a:ext cx="3454400" cy="59055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9300" y="2438400"/>
            <a:ext cx="307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문서 검색</a:t>
            </a:r>
            <a:endParaRPr lang="ko-KR" sz="1875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368800" y="3209925"/>
            <a:ext cx="34544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안내문을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찾습니다.</a:t>
            </a:r>
            <a:endParaRPr lang="ko-KR" sz="1875" dirty="0"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68800" y="4829175"/>
            <a:ext cx="34544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80350" y="2600325"/>
            <a:ext cx="257175" cy="0"/>
          </a:xfrm>
          <a:prstGeom prst="line">
            <a:avLst/>
          </a:prstGeom>
          <a:noFill/>
          <a:ln w="19050">
            <a:solidFill>
              <a:srgbClr val="22634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04200" y="2305050"/>
            <a:ext cx="3454400" cy="590550"/>
          </a:xfrm>
          <a:prstGeom prst="rect">
            <a:avLst/>
          </a:prstGeom>
          <a:solidFill>
            <a:srgbClr val="22634F"/>
          </a:solidFill>
          <a:ln w="12700">
            <a:solidFill>
              <a:srgbClr val="2263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94700" y="2438400"/>
            <a:ext cx="307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초안 확인</a:t>
            </a:r>
            <a:endParaRPr lang="ko-KR" sz="1875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04200" y="3209925"/>
            <a:ext cx="34544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출처와 함께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답변을 확인합니다.</a:t>
            </a:r>
            <a:endParaRPr lang="ko-KR" sz="1875" dirty="0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04200" y="4829175"/>
            <a:ext cx="34544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3400" y="5267325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경계</a:t>
            </a:r>
            <a:endParaRPr lang="ko-KR" sz="1575" dirty="0">
              <a:ea typeface="Pretendard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2476500" y="5219700"/>
            <a:ext cx="9144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권한이 필요한 문서는 초기 범위에서 제외합니다.</a:t>
            </a:r>
            <a:endParaRPr lang="ko-KR" sz="1800" dirty="0">
              <a:ea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3400" y="6496050"/>
            <a:ext cx="1047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|  가상 예제</a:t>
            </a:r>
            <a:endParaRPr lang="ko-KR" sz="900" dirty="0">
              <a:ea typeface="Pretendard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0858500" y="6477000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05</a:t>
            </a:r>
            <a:endParaRPr lang="ko-KR" sz="1050" dirty="0">
              <a:ea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/  BUSINESS PRESENTATION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일정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33400" y="149542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작게 시작하고, 답하지 못한 질문을 다음 개선에 반영합니다.</a:t>
            </a:r>
            <a:endParaRPr lang="ko-KR" sz="1575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33400" y="2266950"/>
            <a:ext cx="3143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첫째 주</a:t>
            </a:r>
            <a:endParaRPr lang="ko-KR" sz="2100" dirty="0">
              <a:ea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3400" y="2933700"/>
            <a:ext cx="3143250" cy="0"/>
          </a:xfrm>
          <a:prstGeom prst="line">
            <a:avLst/>
          </a:prstGeom>
          <a:noFill/>
          <a:ln w="19050">
            <a:solidFill>
              <a:srgbClr val="2263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3400" y="323850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6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30개</a:t>
            </a:r>
            <a:endParaRPr lang="ko-KR" sz="360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33400" y="4248150"/>
            <a:ext cx="3143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안내문을 모으고</a:t>
            </a:r>
            <a:endParaRPr lang="ko-KR" sz="1950" dirty="0">
              <a:ea typeface="Pretendard"/>
            </a:endParaRPr>
          </a:p>
          <a:p>
            <a:pPr algn="l" indent="0" marL="0">
              <a:buNone/>
            </a:pPr>
            <a:r>
              <a:rPr lang="ko-KR" sz="195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정리합니다.</a:t>
            </a:r>
            <a:endParaRPr lang="ko-KR" sz="1950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14850" y="2266950"/>
            <a:ext cx="3143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둘째 주</a:t>
            </a:r>
            <a:endParaRPr lang="ko-KR" sz="2100" dirty="0">
              <a:ea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14850" y="2933700"/>
            <a:ext cx="3143250" cy="0"/>
          </a:xfrm>
          <a:prstGeom prst="line">
            <a:avLst/>
          </a:prstGeom>
          <a:noFill/>
          <a:ln w="19050">
            <a:solidFill>
              <a:srgbClr val="2263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4850" y="323850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6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 3명</a:t>
            </a:r>
            <a:endParaRPr lang="ko-KR" sz="3600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14850" y="4248150"/>
            <a:ext cx="3143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질문으로</a:t>
            </a:r>
            <a:endParaRPr lang="ko-KR" sz="1950" dirty="0">
              <a:ea typeface="Pretendard"/>
            </a:endParaRPr>
          </a:p>
          <a:p>
            <a:pPr algn="l" indent="0" marL="0">
              <a:buNone/>
            </a:pPr>
            <a:r>
              <a:rPr lang="ko-KR" sz="195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시험을 진행합니다.</a:t>
            </a:r>
            <a:endParaRPr lang="ko-KR" sz="1950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96300" y="2266950"/>
            <a:ext cx="3143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시험 이후</a:t>
            </a:r>
            <a:endParaRPr lang="ko-KR" sz="2100" dirty="0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496300" y="2933700"/>
            <a:ext cx="3143250" cy="0"/>
          </a:xfrm>
          <a:prstGeom prst="line">
            <a:avLst/>
          </a:prstGeom>
          <a:noFill/>
          <a:ln w="19050">
            <a:solidFill>
              <a:srgbClr val="2263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96300" y="323850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6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미응답 기록</a:t>
            </a:r>
            <a:endParaRPr lang="ko-KR" sz="3600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96300" y="4248150"/>
            <a:ext cx="3143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답하지 못한 질문을</a:t>
            </a:r>
            <a:endParaRPr lang="ko-KR" sz="1950" dirty="0">
              <a:ea typeface="Pretendard"/>
            </a:endParaRPr>
          </a:p>
          <a:p>
            <a:pPr algn="l" indent="0" marL="0">
              <a:buNone/>
            </a:pPr>
            <a:r>
              <a:rPr lang="ko-KR" sz="195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분류하고 보완합니다.</a:t>
            </a:r>
            <a:endParaRPr lang="ko-KR" sz="1950" dirty="0"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3400" y="6496050"/>
            <a:ext cx="1047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|  가상 예제</a:t>
            </a:r>
            <a:endParaRPr lang="ko-KR" sz="900" dirty="0">
              <a:ea typeface="Pretendard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858500" y="6477000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05</a:t>
            </a:r>
            <a:endParaRPr lang="ko-KR" sz="1050" dirty="0">
              <a:ea typeface="Pretendar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/  BUSINESS PRESENTATION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항목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33400" y="149542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전, 정확성과 사용 부담을 같은 기준으로 살펴봅니다.</a:t>
            </a:r>
            <a:endParaRPr lang="ko-KR" sz="1575" dirty="0">
              <a:ea typeface="Pretendar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3400" y="2171700"/>
            <a:ext cx="11125200" cy="723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2950" y="23622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정확성</a:t>
            </a:r>
            <a:endParaRPr lang="ko-KR" sz="1875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048000" y="2362200"/>
            <a:ext cx="619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질문에 맞는 문서를 찾았는가</a:t>
            </a:r>
            <a:endParaRPr lang="ko-KR" sz="180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810750" y="2371725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미측정</a:t>
            </a:r>
            <a:endParaRPr lang="ko-KR" sz="1650" dirty="0">
              <a:ea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33400" y="3009900"/>
            <a:ext cx="111252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2950" y="32004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ko-KR" sz="1875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048000" y="3200400"/>
            <a:ext cx="619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답변의 근거를 확인할 수 있는가</a:t>
            </a:r>
            <a:endParaRPr lang="ko-KR" sz="1800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810750" y="3209925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미측정</a:t>
            </a:r>
            <a:endParaRPr lang="ko-KR" sz="1650" dirty="0"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3400" y="3848100"/>
            <a:ext cx="11125200" cy="72390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2950" y="40386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응답시간</a:t>
            </a:r>
            <a:endParaRPr lang="ko-KR" sz="1875" dirty="0"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048000" y="4038600"/>
            <a:ext cx="619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직원이 기다릴 수 있는 수준인가</a:t>
            </a:r>
            <a:endParaRPr lang="ko-KR" sz="1800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810750" y="4048125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미측정</a:t>
            </a:r>
            <a:endParaRPr lang="ko-KR" sz="1650" dirty="0"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3400" y="4686300"/>
            <a:ext cx="111252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2950" y="48768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</a:t>
            </a:r>
            <a:endParaRPr lang="ko-KR" sz="1875" dirty="0">
              <a:ea typeface="Pretendard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3048000" y="4876800"/>
            <a:ext cx="619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운영에 필요한 비용은 얼마인가</a:t>
            </a:r>
            <a:endParaRPr lang="ko-KR" sz="1800" dirty="0">
              <a:ea typeface="Pretendard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810750" y="4886325"/>
            <a:ext cx="1619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미측정</a:t>
            </a:r>
            <a:endParaRPr lang="ko-KR" sz="1650" dirty="0">
              <a:ea typeface="Pretendard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533400" y="5772150"/>
            <a:ext cx="1112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단계입니다. 예산과 성능 수치는 아직 확인하지 않았습니다.</a:t>
            </a:r>
            <a:endParaRPr lang="ko-KR" sz="1575" dirty="0">
              <a:ea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3400" y="6496050"/>
            <a:ext cx="1047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|  가상 예제</a:t>
            </a:r>
            <a:endParaRPr lang="ko-KR" sz="900" dirty="0">
              <a:ea typeface="Pretendard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0858500" y="6477000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05</a:t>
            </a:r>
            <a:endParaRPr lang="ko-KR" sz="1050" dirty="0">
              <a:ea typeface="Pretendar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85750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/  BUSINESS PRESENTATION</a:t>
            </a:r>
            <a:endParaRPr lang="ko-KR" sz="1200" dirty="0">
              <a:ea typeface="Pretendar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752475"/>
            <a:ext cx="11125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판단</a:t>
            </a:r>
            <a:endParaRPr lang="ko-KR" sz="33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33400" y="1495425"/>
            <a:ext cx="1112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575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결과와 미확인 항목을 확인한 뒤 적용 범위를 결정합니다.</a:t>
            </a:r>
            <a:endParaRPr lang="ko-KR" sz="1575" dirty="0">
              <a:ea typeface="Pretendard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3400" y="2209800"/>
            <a:ext cx="4000500" cy="3486150"/>
          </a:xfrm>
          <a:prstGeom prst="rect">
            <a:avLst/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8200" y="2552700"/>
            <a:ext cx="333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400" b="1" dirty="0">
                <a:solidFill>
                  <a:srgbClr val="2263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작은 시험</a:t>
            </a:r>
            <a:endParaRPr lang="ko-KR" sz="2400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38200" y="3267075"/>
            <a:ext cx="3333750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문서로 시작하고</a:t>
            </a:r>
            <a:endParaRPr lang="ko-KR" sz="2100" dirty="0">
              <a:ea typeface="Pretendard"/>
            </a:endParaRPr>
          </a:p>
          <a:p>
            <a:pPr algn="l" indent="0" marL="0">
              <a:buNone/>
            </a:pPr>
            <a:r>
              <a:rPr lang="ko-KR" sz="21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질문과 답변을</a:t>
            </a:r>
            <a:endParaRPr lang="ko-KR" sz="2100" dirty="0">
              <a:ea typeface="Pretendard"/>
            </a:endParaRPr>
          </a:p>
          <a:p>
            <a:pPr algn="l" indent="0" marL="0">
              <a:buNone/>
            </a:pPr>
            <a:r>
              <a:rPr lang="ko-KR" sz="2100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살펴봅니다.</a:t>
            </a:r>
            <a:endParaRPr lang="ko-KR" sz="210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086350" y="2314575"/>
            <a:ext cx="6381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25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기록 확인</a:t>
            </a:r>
            <a:endParaRPr lang="ko-KR" sz="2250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086350" y="2924175"/>
            <a:ext cx="6381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답하지 못한 질문과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확인이 어려운 답변을 정리합니다.</a:t>
            </a:r>
            <a:endParaRPr lang="ko-KR" sz="1875" dirty="0">
              <a:ea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86350" y="4029075"/>
            <a:ext cx="657225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6350" y="4352925"/>
            <a:ext cx="6381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250" b="1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범위와 예산 검토</a:t>
            </a:r>
            <a:endParaRPr lang="ko-KR" sz="2250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086350" y="4962525"/>
            <a:ext cx="6381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정확성, 응답시간, 비용을 확인한 후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192A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 여부를 결정합니다.</a:t>
            </a:r>
            <a:endParaRPr lang="ko-KR" sz="1875" dirty="0">
              <a:ea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33400" y="6362700"/>
            <a:ext cx="11125200" cy="0"/>
          </a:xfrm>
          <a:prstGeom prst="line">
            <a:avLst/>
          </a:prstGeom>
          <a:noFill/>
          <a:ln w="19050">
            <a:solidFill>
              <a:srgbClr val="CDD6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3400" y="6496050"/>
            <a:ext cx="1047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0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|  가상 예제</a:t>
            </a:r>
            <a:endParaRPr lang="ko-KR" sz="900" dirty="0"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0858500" y="6477000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050" dirty="0">
                <a:solidFill>
                  <a:srgbClr val="52617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05</a:t>
            </a:r>
            <a:endParaRPr lang="ko-KR" sz="1050" dirty="0">
              <a:ea typeface="Pretendard"/>
            </a:endParaRPr>
          </a:p>
        </p:txBody>
      </p:sp>
    </p:spTree>
  </p:cSld>
  <p:clrMapOvr>
    <a:masterClrMapping/>
  </p:clrMapOvr>
</p:sld>
</file>

<file path=ppt/theme/clean-notes-notesMaster1.xml.rels-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문서 검색 도입 제안</dc:title>
  <dc:subject/>
  <dc:creator/>
  <cp:lastModifiedBy/>
  <cp:revision>1</cp:revision>
  <dcterms:created xsi:type="dcterms:W3CDTF">2026-10-22T02:34:35Z</dcterms:created>
  <dcterms:modified xsi:type="dcterms:W3CDTF">2026-10-22T02:34:35Z</dcterms:modified>
</cp:coreProperties>
</file>