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약 30초. 종이 체크리스트를 작성한 뒤 엑셀로 다시 옮기는 과정에서 기록이 누락됩니다. 검수 현장에서 태블릿으로 기록을 마치는 개선안을 소개합니다. 이후 수치는 실제 운영 성과가 아닌 가상 연습 비교입니다.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가상 연습 자료입니다. 표시된 조건과 수치를 함께 설명합니다.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약 45초. 왼쪽부터 상품 코드를 조회하고 상태를 체크한 뒤 사진을 첨부해 기록을 저장합니다. 이 네 단계가 개선안입니다. 저장과 최종 확정은 구분하며 담당자가 최종 검수를 확정합니다. 자동 환불은 수행하지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가상 연습 자료입니다. 표시된 조건과 수치를 함께 설명합니다.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4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약 40초. 세 가지 경계를 함께 기억해야 합니다. 수치는 가상 연습 자료이고, 표본은 각각 20건입니다. 이 개선은 기록 자동화이며 최종 검수 확정은 담당자에게 있습니다. 자동 환불 기능으로 해석하지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5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약 35초. 다음 단계는 다른 품목으로 1주간 시험 운영하는 것입니다. 현재 연습에서 본 평균 시간과 입력 누락을 다음 시험에서도 확인하는 것을 제안합니다. 최종 검수 확정은 계속 담당자가 수행합니다. 이를 통해 품목이 달라도 기록 방식이 도움이 되는지 살펴보겠습니다.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6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112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업무 개선 · 가상 연습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 기록 자동화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668000" y="64389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6</a:t>
            </a:r>
            <a:endParaRPr lang="ko-KR" sz="9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165735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확인하고, 현장에서 기록합니다.</a:t>
            </a:r>
            <a:endParaRPr lang="ko-KR" sz="2250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619375"/>
            <a:ext cx="5238750" cy="2524125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8200" y="295275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7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→ 엑셀 재입력</a:t>
            </a:r>
            <a:endParaRPr lang="ko-KR" sz="27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38200" y="3762375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검수와 기록이 나뉘면서</a:t>
            </a:r>
            <a:endParaRPr lang="ko-KR" sz="2175" dirty="0">
              <a:ea typeface="Pretendard"/>
            </a:endParaRPr>
          </a:p>
          <a:p>
            <a:pPr algn="l" indent="0" marL="0">
              <a:buNone/>
            </a:pPr>
            <a:r>
              <a:rPr lang="ko-KR" sz="21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발생</a:t>
            </a:r>
            <a:endParaRPr lang="ko-KR" sz="2175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77000" y="2314575"/>
            <a:ext cx="51816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2459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9900" y="2619375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5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 검수 기록</a:t>
            </a:r>
            <a:endParaRPr lang="ko-KR" sz="25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19900" y="3381375"/>
            <a:ext cx="4191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코드 조회</a:t>
            </a:r>
            <a:endParaRPr lang="ko-KR" sz="2025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38950" y="3876675"/>
            <a:ext cx="4448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9900" y="4171950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· 사진 · 저장</a:t>
            </a:r>
            <a:endParaRPr lang="ko-KR" sz="22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33400" y="5638800"/>
            <a:ext cx="904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 발표  /  현장 운영 담당자</a:t>
            </a:r>
            <a:endParaRPr lang="ko-KR" sz="1500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619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/ 비교</a:t>
            </a:r>
            <a:endParaRPr lang="ko-KR" sz="975" dirty="0">
              <a:ea typeface="Pretendar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DD6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3400" y="649605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 기록 자동화</a:t>
            </a:r>
            <a:endParaRPr lang="ko-KR" sz="9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763250" y="64770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06</a:t>
            </a:r>
            <a:endParaRPr lang="ko-KR" sz="105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3400" y="752475"/>
            <a:ext cx="11125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방식과 개선 방향</a:t>
            </a:r>
            <a:endParaRPr lang="ko-KR" sz="33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1495425"/>
            <a:ext cx="1112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기록을 옮겨 적는 과정을 현장 입력으로 바꿉니다.</a:t>
            </a:r>
            <a:endParaRPr lang="ko-KR" sz="1575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3400" y="20574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항목</a:t>
            </a:r>
            <a:endParaRPr lang="ko-KR" sz="112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390775" y="20574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</a:t>
            </a:r>
            <a:endParaRPr lang="ko-KR" sz="112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0" y="20574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후</a:t>
            </a:r>
            <a:endParaRPr lang="ko-KR" sz="112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3400" y="2343150"/>
            <a:ext cx="11125200" cy="0"/>
          </a:xfrm>
          <a:prstGeom prst="line">
            <a:avLst/>
          </a:prstGeom>
          <a:noFill/>
          <a:ln w="14288">
            <a:solidFill>
              <a:srgbClr val="CDD6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3400" y="2524125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도구</a:t>
            </a:r>
            <a:endParaRPr lang="ko-KR" sz="187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390775" y="2466975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체크리스트</a:t>
            </a:r>
            <a:endParaRPr lang="ko-KR" sz="187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390775" y="2886075"/>
            <a:ext cx="40957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내용을 종이에 기입</a:t>
            </a:r>
            <a:endParaRPr lang="ko-KR" sz="1575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77025" y="2733675"/>
            <a:ext cx="3619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315200" y="2466975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태블릿에서 직접 기록</a:t>
            </a:r>
            <a:endParaRPr lang="ko-KR" sz="18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15200" y="2886075"/>
            <a:ext cx="42386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코드를 조회해 입력 시작</a:t>
            </a:r>
            <a:endParaRPr lang="ko-KR" sz="15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3400" y="3514725"/>
            <a:ext cx="11125200" cy="0"/>
          </a:xfrm>
          <a:prstGeom prst="line">
            <a:avLst/>
          </a:prstGeom>
          <a:noFill/>
          <a:ln w="14288">
            <a:solidFill>
              <a:srgbClr val="CDD6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400" y="3695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순서</a:t>
            </a:r>
            <a:endParaRPr lang="ko-KR" sz="18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390775" y="3638550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후 엑셀에 재입력</a:t>
            </a:r>
            <a:endParaRPr lang="ko-KR" sz="1875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390775" y="4057650"/>
            <a:ext cx="40957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검수와 기록 시점이 분리</a:t>
            </a:r>
            <a:endParaRPr lang="ko-KR" sz="1575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7025" y="3905250"/>
            <a:ext cx="3619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15200" y="3638550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단계에서 바로 저장</a:t>
            </a:r>
            <a:endParaRPr lang="ko-KR" sz="1875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315200" y="4057650"/>
            <a:ext cx="42386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상태와 사진을 함께 입력</a:t>
            </a:r>
            <a:endParaRPr lang="ko-KR" sz="1575" dirty="0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3400" y="4686300"/>
            <a:ext cx="11125200" cy="0"/>
          </a:xfrm>
          <a:prstGeom prst="line">
            <a:avLst/>
          </a:prstGeom>
          <a:noFill/>
          <a:ln w="14288">
            <a:solidFill>
              <a:srgbClr val="CDD6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3400" y="4867275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구성</a:t>
            </a:r>
            <a:endParaRPr lang="ko-KR" sz="1875" dirty="0"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390775" y="4810125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내용 입력</a:t>
            </a:r>
            <a:endParaRPr lang="ko-KR" sz="1875" dirty="0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2390775" y="5229225"/>
            <a:ext cx="40957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종이에서 엑셀로 옮겨 작성</a:t>
            </a:r>
            <a:endParaRPr lang="ko-KR" sz="1575" dirty="0"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77025" y="5076825"/>
            <a:ext cx="3619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315200" y="4810125"/>
            <a:ext cx="423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상태와 사진을 함께 저장</a:t>
            </a:r>
            <a:endParaRPr lang="ko-KR" sz="1875" dirty="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315200" y="5229225"/>
            <a:ext cx="42386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최종 검수를 확정</a:t>
            </a:r>
            <a:endParaRPr lang="ko-KR" sz="157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112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태블릿 사용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업무 흐름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668000" y="64389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</a:t>
            </a:r>
            <a:endParaRPr lang="ko-KR" sz="9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1514475"/>
            <a:ext cx="1112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확인부터 기록 저장까지 한 기기에서 진행</a:t>
            </a:r>
            <a:endParaRPr lang="ko-KR" sz="20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571750"/>
            <a:ext cx="2324100" cy="1476375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2950" y="274320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42950" y="33147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코드 조회</a:t>
            </a:r>
            <a:endParaRPr lang="ko-KR" sz="2175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67100" y="2571750"/>
            <a:ext cx="2324100" cy="1476375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6650" y="274320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676650" y="33147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체크</a:t>
            </a:r>
            <a:endParaRPr lang="ko-KR" sz="2175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2571750"/>
            <a:ext cx="2324100" cy="1476375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0350" y="274320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610350" y="33147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첨부</a:t>
            </a:r>
            <a:endParaRPr lang="ko-KR" sz="2175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34500" y="2571750"/>
            <a:ext cx="2324100" cy="1476375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44050" y="274320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65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544050" y="33147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저장</a:t>
            </a:r>
            <a:endParaRPr lang="ko-KR" sz="21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33700" y="3305175"/>
            <a:ext cx="4000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67400" y="3305175"/>
            <a:ext cx="4000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01100" y="3305175"/>
            <a:ext cx="4000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3400" y="4695825"/>
            <a:ext cx="111252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3400" y="5048250"/>
            <a:ext cx="6762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최종 검수 확정</a:t>
            </a:r>
            <a:endParaRPr lang="ko-KR" sz="2250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572500" y="5076825"/>
            <a:ext cx="3086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환불 없음</a:t>
            </a:r>
            <a:endParaRPr lang="ko-KR" sz="2025" dirty="0">
              <a:ea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619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/ 연습 비교</a:t>
            </a:r>
            <a:endParaRPr lang="ko-KR" sz="975" dirty="0">
              <a:ea typeface="Pretendar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9525">
            <a:solidFill>
              <a:srgbClr val="CDD6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3400" y="649605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 기록 자동화</a:t>
            </a:r>
            <a:endParaRPr lang="ko-KR" sz="9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763250" y="64770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06</a:t>
            </a:r>
            <a:endParaRPr lang="ko-KR" sz="105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3400" y="752475"/>
            <a:ext cx="111252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결과와 확인 범위</a:t>
            </a:r>
            <a:endParaRPr lang="ko-KR" sz="33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1495425"/>
            <a:ext cx="1112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20건과 개선 20건을 같은 기준으로 비교한 가상 자료입니다.</a:t>
            </a:r>
            <a:endParaRPr lang="ko-KR" sz="157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3400" y="2085975"/>
            <a:ext cx="11125200" cy="1152525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2950" y="2295525"/>
            <a:ext cx="1219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5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</a:t>
            </a:r>
            <a:endParaRPr lang="ko-KR" sz="352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143125" y="2314575"/>
            <a:ext cx="3286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평균 검수 시간</a:t>
            </a:r>
            <a:endParaRPr lang="ko-KR" sz="17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81700" y="2276475"/>
            <a:ext cx="5410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16분 → 개선 9분</a:t>
            </a:r>
            <a:endParaRPr lang="ko-KR" sz="187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981700" y="2724150"/>
            <a:ext cx="541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검수와 기록을 한 기기에서 진행</a:t>
            </a:r>
            <a:endParaRPr lang="ko-KR" sz="157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2950" y="3600450"/>
            <a:ext cx="1219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5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ko-KR" sz="35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143125" y="3619500"/>
            <a:ext cx="3286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건수</a:t>
            </a:r>
            <a:endParaRPr lang="ko-KR" sz="172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981700" y="3581400"/>
            <a:ext cx="5410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7건 → 개선 3건</a:t>
            </a:r>
            <a:endParaRPr lang="ko-KR" sz="18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981700" y="4029075"/>
            <a:ext cx="541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표본이 작아 일반 성능으로 확대하지 않음</a:t>
            </a:r>
            <a:endParaRPr lang="ko-KR" sz="1575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" y="4695825"/>
            <a:ext cx="11125200" cy="1152525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2950" y="4905375"/>
            <a:ext cx="1219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</a:t>
            </a:r>
            <a:endParaRPr lang="ko-KR" sz="2475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143125" y="4924425"/>
            <a:ext cx="3286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검수 확정</a:t>
            </a:r>
            <a:endParaRPr lang="ko-KR" sz="172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981700" y="4886325"/>
            <a:ext cx="5410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환불은 수행하지 않음</a:t>
            </a:r>
            <a:endParaRPr lang="ko-KR" sz="1875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981700" y="5334000"/>
            <a:ext cx="541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판단과 최종 확인은 담당자의 업무</a:t>
            </a:r>
            <a:endParaRPr lang="ko-KR" sz="1575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7700" y="609600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범위: 가상 연습 자료, 실제 고객 및 운영 실적 아님</a:t>
            </a:r>
            <a:endParaRPr lang="ko-KR" sz="1200" dirty="0">
              <a:ea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112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판단 기준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범위와 한계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668000" y="64389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</a:t>
            </a:r>
            <a:endParaRPr lang="ko-KR" sz="9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1514475"/>
            <a:ext cx="1112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좋아진 기록 방식과 검증해야 할 성능을 구분</a:t>
            </a:r>
            <a:endParaRPr lang="ko-KR" sz="20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3400" y="238125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성격</a:t>
            </a:r>
            <a:endParaRPr lang="ko-KR" sz="21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667125" y="2333625"/>
            <a:ext cx="7810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연습 자료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고객·운영 실적이 아님</a:t>
            </a:r>
            <a:endParaRPr lang="ko-KR" sz="210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3400" y="3390900"/>
            <a:ext cx="111252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3400" y="36576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ko-KR" sz="217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67125" y="3609975"/>
            <a:ext cx="7810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기존·개선 각 20건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성능으로 확대하지 않음</a:t>
            </a:r>
            <a:endParaRPr lang="ko-KR" sz="2100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3400" y="4667250"/>
            <a:ext cx="111252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3400" y="493395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책임</a:t>
            </a:r>
            <a:endParaRPr lang="ko-KR" sz="217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667125" y="4886325"/>
            <a:ext cx="7810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최종 검수 확정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환불은 수행하지 않음</a:t>
            </a:r>
            <a:endParaRPr lang="ko-KR" sz="2100" dirty="0">
              <a:ea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112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시험 운영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668000" y="64389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</a:t>
            </a:r>
            <a:endParaRPr lang="ko-KR" sz="9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1695450"/>
            <a:ext cx="11125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9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품목으로 1주간 시험 운영</a:t>
            </a:r>
            <a:endParaRPr lang="ko-KR" sz="29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752725"/>
            <a:ext cx="3381375" cy="2762250"/>
          </a:xfrm>
          <a:prstGeom prst="rect">
            <a:avLst/>
          </a:prstGeom>
          <a:solidFill>
            <a:srgbClr val="EEF3F9"/>
          </a:solidFill>
          <a:ln w="9525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625" y="3000375"/>
            <a:ext cx="2762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7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ko-KR" sz="57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9625" y="4276725"/>
            <a:ext cx="2762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운영 기간</a:t>
            </a:r>
            <a:endParaRPr lang="ko-KR" sz="210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33900" y="2838450"/>
            <a:ext cx="6953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범위</a:t>
            </a:r>
            <a:endParaRPr lang="ko-KR" sz="210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33900" y="3276600"/>
            <a:ext cx="695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3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품목으로 적용</a:t>
            </a:r>
            <a:endParaRPr lang="ko-KR" sz="232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33900" y="3971925"/>
            <a:ext cx="71247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3900" y="4238625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제안</a:t>
            </a:r>
            <a:endParaRPr lang="ko-KR" sz="19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33900" y="4705350"/>
            <a:ext cx="695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평균 시간 · 입력 누락</a:t>
            </a:r>
            <a:endParaRPr lang="ko-KR" sz="217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33400" y="5791200"/>
            <a:ext cx="1112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검수 확정: 담당자</a:t>
            </a:r>
            <a:endParaRPr lang="ko-KR" sz="17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반품 검수 기록 자동화</dc:title>
  <dc:subject>가상 연습 · 현장 운영 담당자 · 4분</dc:subject>
  <dc:creator>Git 이력 참조</dc:creator>
  <cp:lastModifiedBy>Git 이력 참조</cp:lastModifiedBy>
  <cp:revision>1</cp:revision>
  <dcterms:created xsi:type="dcterms:W3CDTF">2026-10-22T02:25:09Z</dcterms:created>
  <dcterms:modified xsi:type="dcterms:W3CDTF">2026-10-22T02:25:09Z</dcterms:modified>
</cp:coreProperties>
</file>