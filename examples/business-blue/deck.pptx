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clean-notes-notesMaster1.xml.rels-theme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saveSubsetFonts="1" autoCompressPictures="0">
  <ns0:sldMasterIdLst>
    <ns0:sldMasterId id="2147483648" ns1:id="rId1"/>
  </ns0:sldMasterIdLst>
  <ns0:sldIdLst>
    <ns0:sldId id="256" ns1:id="rId2"/>
    <ns0:sldId id="257" ns1:id="rId3"/>
    <ns0:sldId id="258" ns1:id="rId4"/>
    <ns0:sldId id="259" ns1:id="rId5"/>
    <ns0:sldId id="260" ns1:id="rId6"/>
    <ns0:sldId id="261" ns1:id="rId7"/>
  </ns0:sldIdLst>
  <ns0:notesMasterIdLst>
    <ns0:notesMasterId ns1:id="rId8"/>
  </ns0:notesMasterIdLst>
  <ns0:sldSz cx="12192000" cy="6858000"/>
  <ns0:notesSz cx="6858000" cy="12192000"/>
  <ns0:defaultTextStyle>
    <ns2:lvl1pPr marL="0" algn="l" defTabSz="914400" rtl="0" eaLnBrk="1" latinLnBrk="0" hangingPunct="1">
      <ns2:defRPr sz="1800" kern="1200" lang="ko-KR">
        <ns2:solidFill>
          <ns2:schemeClr val="tx1"/>
        </ns2:solidFill>
        <ns2:latin typeface="+mn-lt"/>
        <ns2:ea typeface="Pretendard"/>
        <ns2:cs typeface="+mn-cs"/>
      </ns2:defRPr>
    </ns2:lvl1pPr>
    <ns2:lvl2pPr marL="457200" algn="l" defTabSz="914400" rtl="0" eaLnBrk="1" latinLnBrk="0" hangingPunct="1">
      <ns2:defRPr sz="1800" kern="1200" lang="ko-KR">
        <ns2:solidFill>
          <ns2:schemeClr val="tx1"/>
        </ns2:solidFill>
        <ns2:latin typeface="+mn-lt"/>
        <ns2:ea typeface="Pretendard"/>
        <ns2:cs typeface="+mn-cs"/>
      </ns2:defRPr>
    </ns2:lvl2pPr>
    <ns2:lvl3pPr marL="914400" algn="l" defTabSz="914400" rtl="0" eaLnBrk="1" latinLnBrk="0" hangingPunct="1">
      <ns2:defRPr sz="1800" kern="1200" lang="ko-KR">
        <ns2:solidFill>
          <ns2:schemeClr val="tx1"/>
        </ns2:solidFill>
        <ns2:latin typeface="+mn-lt"/>
        <ns2:ea typeface="Pretendard"/>
        <ns2:cs typeface="+mn-cs"/>
      </ns2:defRPr>
    </ns2:lvl3pPr>
    <ns2:lvl4pPr marL="1371600" algn="l" defTabSz="914400" rtl="0" eaLnBrk="1" latinLnBrk="0" hangingPunct="1">
      <ns2:defRPr sz="1800" kern="1200" lang="ko-KR">
        <ns2:solidFill>
          <ns2:schemeClr val="tx1"/>
        </ns2:solidFill>
        <ns2:latin typeface="+mn-lt"/>
        <ns2:ea typeface="Pretendard"/>
        <ns2:cs typeface="+mn-cs"/>
      </ns2:defRPr>
    </ns2:lvl4pPr>
    <ns2:lvl5pPr marL="1828800" algn="l" defTabSz="914400" rtl="0" eaLnBrk="1" latinLnBrk="0" hangingPunct="1">
      <ns2:defRPr sz="1800" kern="1200" lang="ko-KR">
        <ns2:solidFill>
          <ns2:schemeClr val="tx1"/>
        </ns2:solidFill>
        <ns2:latin typeface="+mn-lt"/>
        <ns2:ea typeface="Pretendard"/>
        <ns2:cs typeface="+mn-cs"/>
      </ns2:defRPr>
    </ns2:lvl5pPr>
    <ns2:lvl6pPr marL="2286000" algn="l" defTabSz="914400" rtl="0" eaLnBrk="1" latinLnBrk="0" hangingPunct="1">
      <ns2:defRPr sz="1800" kern="1200" lang="ko-KR">
        <ns2:solidFill>
          <ns2:schemeClr val="tx1"/>
        </ns2:solidFill>
        <ns2:latin typeface="+mn-lt"/>
        <ns2:ea typeface="Pretendard"/>
        <ns2:cs typeface="+mn-cs"/>
      </ns2:defRPr>
    </ns2:lvl6pPr>
    <ns2:lvl7pPr marL="2743200" algn="l" defTabSz="914400" rtl="0" eaLnBrk="1" latinLnBrk="0" hangingPunct="1">
      <ns2:defRPr sz="1800" kern="1200" lang="ko-KR">
        <ns2:solidFill>
          <ns2:schemeClr val="tx1"/>
        </ns2:solidFill>
        <ns2:latin typeface="+mn-lt"/>
        <ns2:ea typeface="Pretendard"/>
        <ns2:cs typeface="+mn-cs"/>
      </ns2:defRPr>
    </ns2:lvl7pPr>
    <ns2:lvl8pPr marL="3200400" algn="l" defTabSz="914400" rtl="0" eaLnBrk="1" latinLnBrk="0" hangingPunct="1">
      <ns2:defRPr sz="1800" kern="1200" lang="ko-KR">
        <ns2:solidFill>
          <ns2:schemeClr val="tx1"/>
        </ns2:solidFill>
        <ns2:latin typeface="+mn-lt"/>
        <ns2:ea typeface="Pretendard"/>
        <ns2:cs typeface="+mn-cs"/>
      </ns2:defRPr>
    </ns2:lvl8pPr>
    <ns2:lvl9pPr marL="3657600" algn="l" defTabSz="914400" rtl="0" eaLnBrk="1" latinLnBrk="0" hangingPunct="1">
      <ns2:defRPr sz="1800" kern="1200" lang="ko-KR">
        <ns2:solidFill>
          <ns2:schemeClr val="tx1"/>
        </ns2:solidFill>
        <ns2:latin typeface="+mn-lt"/>
        <ns2:ea typeface="Pretendard"/>
        <ns2:cs typeface="+mn-cs"/>
      </ns2:defRPr>
    </ns2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
		<Relationship Id="rId1" Type="http://schemas.openxmlformats.org/officeDocument/2006/relationships/theme" Target="../theme/clean-notes-notesMaster1.xml.rels-theme.xml"/>
		</Relationships>
</file>

<file path=ppt/notesMasters/notesMaster1.xml><?xml version="1.0" encoding="utf-8"?>
<ns0:notesMaster xmlns:ns0="http://schemas.openxmlformats.org/presentationml/2006/main" xmlns:ns1="http://schemas.openxmlformats.org/drawingml/2006/main" xmlns:ns2="http://schemas.microsoft.com/office/powerpoint/2010/main">
  <ns0:cSld>
    <ns0:bg>
      <ns0:bgRef idx="1001">
        <ns1:schemeClr val="bg1"/>
      </ns0:bgRef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Header Placeholder 1"/>
          <ns0:cNvSpPr>
            <ns1:spLocks noGrp="1"/>
          </ns0:cNvSpPr>
          <ns0:nvPr>
            <ns0:ph type="hdr" sz="quarter"/>
          </ns0:nvPr>
        </ns0:nvSpPr>
        <ns0:spPr>
          <ns1:xfrm>
            <ns1:off x="0" y="0"/>
            <ns1:ext cx="2971800" cy="458788"/>
          </ns1:xfrm>
          <ns1:prstGeom prst="rect">
            <ns1:avLst/>
          </ns1:prstGeom>
        </ns0:spPr>
        <ns0:txBody>
          <ns1:bodyPr vert="horz" lIns="91440" tIns="45720" rIns="91440" bIns="45720" rtlCol="0"/>
          <ns1:lstStyle>
            <ns1:lvl1pPr algn="l">
              <ns1:defRPr sz="1200" lang="ko-KR">
                <ns1:ea typeface="Pretendard"/>
              </ns1:defRPr>
            </ns1:lvl1pPr>
          </ns1:lstStyle>
          <ns1:p>
            <ns1:endParaRPr lang="ko-KR">
              <ns1:ea typeface="Pretendard"/>
            </ns1:endParaRPr>
          </ns1:p>
        </ns0:txBody>
      </ns0:sp>
      <ns0:sp>
        <ns0:nvSpPr>
          <ns0:cNvPr id="3" name="Date Placeholder 2"/>
          <ns0:cNvSpPr>
            <ns1:spLocks noGrp="1"/>
          </ns0:cNvSpPr>
          <ns0:nvPr>
            <ns0:ph type="dt" idx="1"/>
          </ns0:nvPr>
        </ns0:nvSpPr>
        <ns0:spPr>
          <ns1:xfrm>
            <ns1:off x="3884613" y="0"/>
            <ns1:ext cx="2971800" cy="458788"/>
          </ns1:xfrm>
          <ns1:prstGeom prst="rect">
            <ns1:avLst/>
          </ns1:prstGeom>
        </ns0:spPr>
        <ns0:txBody>
          <ns1:bodyPr vert="horz" lIns="91440" tIns="45720" rIns="91440" bIns="45720" rtlCol="0"/>
          <ns1:lstStyle>
            <ns1:lvl1pPr algn="r">
              <ns1:defRPr sz="1200" lang="ko-KR">
                <ns1:ea typeface="Pretendard"/>
              </ns1:defRPr>
            </ns1:lvl1pPr>
          </ns1:lstStyle>
          <ns1:p>
            <ns1:fld id="{5282F153-3F37-0F45-9E97-73ACFA13230C}" type="datetimeFigureOut">
              <ns1:rPr lang="ko-KR">
                <ns1:ea typeface="Pretendard"/>
              </ns1:rPr>
              <ns1:t>7/23/19</ns1:t>
            </ns1:fld>
            <ns1:endParaRPr lang="ko-KR">
              <ns1:ea typeface="Pretendard"/>
            </ns1:endParaRPr>
          </ns1:p>
        </ns0:txBody>
      </ns0:sp>
      <ns0:sp>
        <ns0:nvSpPr>
          <ns0:cNvPr id="4" name="Slide Image Placeholder 3"/>
          <ns0:cNvSpPr>
            <ns1:spLocks noGrp="1" noRot="1" noChangeAspect="1"/>
          </ns0:cNvSpPr>
          <ns0:nvPr>
            <ns0:ph type="sldImg" idx="2"/>
          </ns0:nvPr>
        </ns0:nvSpPr>
        <ns0:spPr>
          <ns1:xfrm>
            <ns1:off x="685800" y="1143000"/>
            <ns1:ext cx="5486400" cy="3086100"/>
          </ns1:xfrm>
          <ns1:prstGeom prst="rect">
            <ns1:avLst/>
          </ns1:prstGeom>
          <ns1:noFill/>
          <ns1:ln w="12700">
            <ns1:solidFill>
              <ns1:prstClr val="black"/>
            </ns1:solidFill>
          </ns1:ln>
        </ns0:spPr>
        <ns0:txBody>
          <ns1:bodyPr vert="horz" lIns="91440" tIns="45720" rIns="91440" bIns="45720" rtlCol="0" anchor="ctr"/>
          <ns1:lstStyle/>
          <ns1:p>
            <ns1:endParaRPr lang="ko-KR">
              <ns1:ea typeface="Pretendard"/>
            </ns1:endParaRPr>
          </ns1:p>
        </ns0:txBody>
      </ns0:sp>
      <ns0:sp>
        <ns0:nvSpPr>
          <ns0:cNvPr id="5" name="Notes Placeholder 4"/>
          <ns0:cNvSpPr>
            <ns1:spLocks noGrp="1"/>
          </ns0:cNvSpPr>
          <ns0:nvPr>
            <ns0:ph type="body" sz="quarter" idx="3"/>
          </ns0:nvPr>
        </ns0:nvSpPr>
        <ns0:spPr>
          <ns1:xfrm>
            <ns1:off x="685800" y="4400550"/>
            <ns1:ext cx="5486400" cy="3600450"/>
          </ns1:xfrm>
          <ns1:prstGeom prst="rect">
            <ns1:avLst/>
          </ns1:prstGeom>
        </ns0:spPr>
        <ns0:txBody>
          <ns1:bodyPr vert="horz" lIns="91440" tIns="45720" rIns="91440" bIns="45720" rtlCol="0"/>
          <ns1:lstStyle/>
          <ns1:p>
            <ns1:pPr lvl="0"/>
            <ns1:r>
              <ns1:rPr lang="ko-KR">
                <ns1:ea typeface="Pretendard"/>
              </ns1:rPr>
              <ns1:t>Click to edit Master text styles</ns1:t>
            </ns1:r>
          </ns1:p>
          <ns1:p>
            <ns1:pPr lvl="1"/>
            <ns1:r>
              <ns1:rPr lang="ko-KR">
                <ns1:ea typeface="Pretendard"/>
              </ns1:rPr>
              <ns1:t>Second level</ns1:t>
            </ns1:r>
          </ns1:p>
          <ns1:p>
            <ns1:pPr lvl="2"/>
            <ns1:r>
              <ns1:rPr lang="ko-KR">
                <ns1:ea typeface="Pretendard"/>
              </ns1:rPr>
              <ns1:t>Third level</ns1:t>
            </ns1:r>
          </ns1:p>
          <ns1:p>
            <ns1:pPr lvl="3"/>
            <ns1:r>
              <ns1:rPr lang="ko-KR">
                <ns1:ea typeface="Pretendard"/>
              </ns1:rPr>
              <ns1:t>Fourth level</ns1:t>
            </ns1:r>
          </ns1:p>
          <ns1:p>
            <ns1:pPr lvl="4"/>
            <ns1:r>
              <ns1:rPr lang="ko-KR">
                <ns1:ea typeface="Pretendard"/>
              </ns1:rPr>
              <ns1:t>Fifth level</ns1:t>
            </ns1:r>
          </ns1:p>
        </ns0:txBody>
      </ns0:sp>
      <ns0:sp>
        <ns0:nvSpPr>
          <ns0:cNvPr id="6" name="Footer Placeholder 5"/>
          <ns0:cNvSpPr>
            <ns1:spLocks noGrp="1"/>
          </ns0:cNvSpPr>
          <ns0:nvPr>
            <ns0:ph type="ftr" sz="quarter" idx="4"/>
          </ns0:nvPr>
        </ns0:nvSpPr>
        <ns0:spPr>
          <ns1:xfrm>
            <ns1:off x="0" y="8685213"/>
            <ns1:ext cx="2971800" cy="458787"/>
          </ns1:xfrm>
          <ns1:prstGeom prst="rect">
            <ns1:avLst/>
          </ns1:prstGeom>
        </ns0:spPr>
        <ns0:txBody>
          <ns1:bodyPr vert="horz" lIns="91440" tIns="45720" rIns="91440" bIns="45720" rtlCol="0" anchor="b"/>
          <ns1:lstStyle>
            <ns1:lvl1pPr algn="l">
              <ns1:defRPr sz="1200" lang="ko-KR">
                <ns1:ea typeface="Pretendard"/>
              </ns1:defRPr>
            </ns1:lvl1pPr>
          </ns1:lstStyle>
          <ns1:p>
            <ns1:endParaRPr lang="ko-KR">
              <ns1:ea typeface="Pretendard"/>
            </ns1:endParaRPr>
          </ns1:p>
        </ns0:txBody>
      </ns0:sp>
      <ns0:sp>
        <ns0:nvSpPr>
          <ns0:cNvPr id="7" name="Slide Number Placeholder 6"/>
          <ns0:cNvSpPr>
            <ns1:spLocks noGrp="1"/>
          </ns0:cNvSpPr>
          <ns0:nvPr>
            <ns0:ph type="sldNum" sz="quarter" idx="5"/>
          </ns0:nvPr>
        </ns0:nvSpPr>
        <ns0:spPr>
          <ns1:xfrm>
            <ns1:off x="3884613" y="8685213"/>
            <ns1:ext cx="2971800" cy="458787"/>
          </ns1:xfrm>
          <ns1:prstGeom prst="rect">
            <ns1:avLst/>
          </ns1:prstGeom>
        </ns0:spPr>
        <ns0:txBody>
          <ns1:bodyPr vert="horz" lIns="91440" tIns="45720" rIns="91440" bIns="45720" rtlCol="0" anchor="b"/>
          <ns1:lstStyle>
            <ns1:lvl1pPr algn="r">
              <ns1:defRPr sz="1200" lang="ko-KR">
                <ns1:ea typeface="Pretendard"/>
              </ns1:defRPr>
            </ns1:lvl1pPr>
          </ns1:lstStyle>
          <ns1:p>
            <ns1:fld id="{CE5E9CC1-C706-0F49-92D6-E571CC5EEA8F}" type="slidenum">
              <ns1:rPr lang="ko-KR">
                <ns1:ea typeface="Pretendard"/>
              </ns1:rPr>
              <ns1:t>‹#›</ns1:t>
            </ns1:fld>
            <ns1:endParaRPr lang="ko-KR">
              <ns1:ea typeface="Pretendard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 bg1="lt1" tx1="dk1" bg2="lt2" tx2="dk2" accent1="accent1" accent2="accent2" accent3="accent3" accent4="accent4" accent5="accent5" accent6="accent6" hlink="hlink" folHlink="folHlink"/>
  <ns0:notesStyle>
    <ns1:lvl1pPr marL="0" algn="l" defTabSz="914400" rtl="0" eaLnBrk="1" latinLnBrk="0" hangingPunct="1">
      <ns1:defRPr sz="1200" kern="1200" lang="ko-KR">
        <ns1:solidFill>
          <ns1:schemeClr val="tx1"/>
        </ns1:solidFill>
        <ns1:latin typeface="+mn-lt"/>
        <ns1:ea typeface="Pretendard"/>
        <ns1:cs typeface="+mn-cs"/>
      </ns1:defRPr>
    </ns1:lvl1pPr>
    <ns1:lvl2pPr marL="457200" algn="l" defTabSz="914400" rtl="0" eaLnBrk="1" latinLnBrk="0" hangingPunct="1">
      <ns1:defRPr sz="1200" kern="1200" lang="ko-KR">
        <ns1:solidFill>
          <ns1:schemeClr val="tx1"/>
        </ns1:solidFill>
        <ns1:latin typeface="+mn-lt"/>
        <ns1:ea typeface="Pretendard"/>
        <ns1:cs typeface="+mn-cs"/>
      </ns1:defRPr>
    </ns1:lvl2pPr>
    <ns1:lvl3pPr marL="914400" algn="l" defTabSz="914400" rtl="0" eaLnBrk="1" latinLnBrk="0" hangingPunct="1">
      <ns1:defRPr sz="1200" kern="1200" lang="ko-KR">
        <ns1:solidFill>
          <ns1:schemeClr val="tx1"/>
        </ns1:solidFill>
        <ns1:latin typeface="+mn-lt"/>
        <ns1:ea typeface="Pretendard"/>
        <ns1:cs typeface="+mn-cs"/>
      </ns1:defRPr>
    </ns1:lvl3pPr>
    <ns1:lvl4pPr marL="1371600" algn="l" defTabSz="914400" rtl="0" eaLnBrk="1" latinLnBrk="0" hangingPunct="1">
      <ns1:defRPr sz="1200" kern="1200" lang="ko-KR">
        <ns1:solidFill>
          <ns1:schemeClr val="tx1"/>
        </ns1:solidFill>
        <ns1:latin typeface="+mn-lt"/>
        <ns1:ea typeface="Pretendard"/>
        <ns1:cs typeface="+mn-cs"/>
      </ns1:defRPr>
    </ns1:lvl4pPr>
    <ns1:lvl5pPr marL="1828800" algn="l" defTabSz="914400" rtl="0" eaLnBrk="1" latinLnBrk="0" hangingPunct="1">
      <ns1:defRPr sz="1200" kern="1200" lang="ko-KR">
        <ns1:solidFill>
          <ns1:schemeClr val="tx1"/>
        </ns1:solidFill>
        <ns1:latin typeface="+mn-lt"/>
        <ns1:ea typeface="Pretendard"/>
        <ns1:cs typeface="+mn-cs"/>
      </ns1:defRPr>
    </ns1:lvl5pPr>
    <ns1:lvl6pPr marL="2286000" algn="l" defTabSz="914400" rtl="0" eaLnBrk="1" latinLnBrk="0" hangingPunct="1">
      <ns1:defRPr sz="1200" kern="1200" lang="ko-KR">
        <ns1:solidFill>
          <ns1:schemeClr val="tx1"/>
        </ns1:solidFill>
        <ns1:latin typeface="+mn-lt"/>
        <ns1:ea typeface="Pretendard"/>
        <ns1:cs typeface="+mn-cs"/>
      </ns1:defRPr>
    </ns1:lvl6pPr>
    <ns1:lvl7pPr marL="2743200" algn="l" defTabSz="914400" rtl="0" eaLnBrk="1" latinLnBrk="0" hangingPunct="1">
      <ns1:defRPr sz="1200" kern="1200" lang="ko-KR">
        <ns1:solidFill>
          <ns1:schemeClr val="tx1"/>
        </ns1:solidFill>
        <ns1:latin typeface="+mn-lt"/>
        <ns1:ea typeface="Pretendard"/>
        <ns1:cs typeface="+mn-cs"/>
      </ns1:defRPr>
    </ns1:lvl7pPr>
    <ns1:lvl8pPr marL="3200400" algn="l" defTabSz="914400" rtl="0" eaLnBrk="1" latinLnBrk="0" hangingPunct="1">
      <ns1:defRPr sz="1200" kern="1200" lang="ko-KR">
        <ns1:solidFill>
          <ns1:schemeClr val="tx1"/>
        </ns1:solidFill>
        <ns1:latin typeface="+mn-lt"/>
        <ns1:ea typeface="Pretendard"/>
        <ns1:cs typeface="+mn-cs"/>
      </ns1:defRPr>
    </ns1:lvl8pPr>
    <ns1:lvl9pPr marL="3657600" algn="l" defTabSz="914400" rtl="0" eaLnBrk="1" latinLnBrk="0" hangingPunct="1">
      <ns1:defRPr sz="1200" kern="1200" lang="ko-KR">
        <ns1:solidFill>
          <ns1:schemeClr val="tx1"/>
        </ns1:solidFill>
        <ns1:latin typeface="+mn-lt"/>
        <ns1:ea typeface="Pretendard"/>
        <ns1:cs typeface="+mn-cs"/>
      </ns1:defRPr>
    </ns1:lvl9pPr>
  </ns0:notesStyle>
</ns0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ko-KR" dirty="0">
                <ns1:ea typeface="Pretendard"/>
              </ns1:rPr>
              <ns1:t>약 30초. 종이 체크리스트를 작성한 뒤 엑셀로 다시 옮기는 과정에서 기록이 누락됩니다. 검수 현장에서 태블릿으로 기록을 마치는 개선안을 소개합니다. 이후 수치는 실제 운영 성과가 아닌 가상 연습 비교입니다.</ns1:t>
            </ns1:r>
            <ns1:endParaRPr lang="ko-KR" dirty="0">
              <ns1:ea typeface="Pretendard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ko-KR">
                <ns1:ea typeface="Pretendard"/>
              </ns1:rPr>
              <ns1:t>1</ns1:t>
            </ns1:fld>
            <ns1:endParaRPr lang="ko-KR">
              <ns1:ea typeface="Pretendard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2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ko-KR" dirty="0">
                <ns1:ea typeface="Pretendard"/>
              </ns1:rPr>
              <ns1:t>약 40초. 같은 세 기준으로 개선 전후를 비교합니다. 기록 위치가 태블릿으로 모이고 마지막 재입력 단계가 줄어듭니다. 현장 담당자가 최종 검수를 확정한다는 책임은 유지합니다.</ns1:t>
            </ns1:r>
            <ns1:endParaRPr lang="ko-KR" dirty="0">
              <ns1:ea typeface="Pretendard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ko-KR">
                <ns1:ea typeface="Pretendard"/>
              </ns1:rPr>
              <ns1:t>2</ns1:t>
            </ns1:fld>
            <ns1:endParaRPr lang="ko-KR">
              <ns1:ea typeface="Pretendard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3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ko-KR" dirty="0">
                <ns1:ea typeface="Pretendard"/>
              </ns1:rPr>
              <ns1:t>약 45초. 왼쪽부터 상품 코드를 조회하고 상태를 체크한 뒤 사진을 첨부해 기록을 저장합니다. 이 네 단계가 개선안입니다. 저장과 최종 확정은 구분하며 담당자가 최종 검수를 확정합니다. 자동 환불은 수행하지 않습니다.</ns1:t>
            </ns1:r>
            <ns1:endParaRPr lang="ko-KR" dirty="0">
              <ns1:ea typeface="Pretendard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ko-KR">
                <ns1:ea typeface="Pretendard"/>
              </ns1:rPr>
              <ns1:t>3</ns1:t>
            </ns1:fld>
            <ns1:endParaRPr lang="ko-KR">
              <ns1:ea typeface="Pretendard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4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ko-KR" dirty="0">
                <ns1:ea typeface="Pretendard"/>
              </ns1:rPr>
              <ns1:t>약 50초. 기존과 개선 각각 20건의 연습 비교입니다. 건당 평균 시간은 16분에서 9분으로, 입력 누락은 7건에서 3건으로 관찰되었습니다. 개선 방향은 보이지만 표본이 작으므로 일반적인 성능으로 확대할 수 없습니다.</ns1:t>
            </ns1:r>
            <ns1:endParaRPr lang="ko-KR" dirty="0">
              <ns1:ea typeface="Pretendard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ko-KR">
                <ns1:ea typeface="Pretendard"/>
              </ns1:rPr>
              <ns1:t>4</ns1:t>
            </ns1:fld>
            <ns1:endParaRPr lang="ko-KR">
              <ns1:ea typeface="Pretendard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5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ko-KR" dirty="0">
                <ns1:ea typeface="Pretendard"/>
              </ns1:rPr>
              <ns1:t>약 40초. 세 가지 경계를 함께 기억해야 합니다. 수치는 가상 연습 자료이고, 표본은 각각 20건입니다. 이 개선은 기록 자동화이며 최종 검수 확정은 담당자에게 있습니다. 자동 환불 기능으로 해석하지 않습니다.</ns1:t>
            </ns1:r>
            <ns1:endParaRPr lang="ko-KR" dirty="0">
              <ns1:ea typeface="Pretendard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ko-KR">
                <ns1:ea typeface="Pretendard"/>
              </ns1:rPr>
              <ns1:t>5</ns1:t>
            </ns1:fld>
            <ns1:endParaRPr lang="ko-KR">
              <ns1:ea typeface="Pretendard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6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ko-KR" dirty="0">
                <ns1:ea typeface="Pretendard"/>
              </ns1:rPr>
              <ns1:t>약 35초. 다음 단계는 다른 품목으로 1주간 시험 운영하는 것입니다. 현재 연습에서 본 평균 시간과 입력 누락을 다음 시험에서도 확인하는 것을 제안합니다. 최종 검수 확정은 계속 담당자가 수행합니다. 이를 통해 품목이 달라도 기록 방식이 도움이 되는지 살펴보겠습니다.</ns1:t>
            </ns1:r>
            <ns1:endParaRPr lang="ko-KR" dirty="0">
              <ns1:ea typeface="Pretendard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ko-KR">
                <ns1:ea typeface="Pretendard"/>
              </ns1:rPr>
              <ns1:t>6</ns1:t>
            </ns1:fld>
            <ns1:endParaRPr lang="ko-KR">
              <ns1:ea typeface="Pretendard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ns0:sldMaster xmlns:ns0="http://schemas.openxmlformats.org/presentationml/2006/main" xmlns:ns1="http://schemas.openxmlformats.org/drawingml/2006/main" xmlns:ns2="http://schemas.openxmlformats.org/officeDocument/2006/relationships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</ns0:spTree>
  </ns0:cSld>
  <ns0:clrMap bg1="lt1" tx1="dk1" bg2="lt2" tx2="dk2" accent1="accent1" accent2="accent2" accent3="accent3" accent4="accent4" accent5="accent5" accent6="accent6" hlink="hlink" folHlink="folHlink"/>
  <ns0:sldLayoutIdLst>
    <ns0:sldLayoutId id="2147483649" ns2:id="rId1"/>
  </ns0:sldLayoutIdLst>
  <ns0:hf sldNum="0" hdr="0" ftr="0" dt="0"/>
  <ns0:txStyles>
    <ns0:titleStyle>
      <ns1:lvl1pPr algn="ctr" defTabSz="914400" rtl="0" eaLnBrk="1" latinLnBrk="0" hangingPunct="1">
        <ns1:spcBef>
          <ns1:spcPct val="0"/>
        </ns1:spcBef>
        <ns1:buNone/>
        <ns1:defRPr sz="4400" kern="1200" lang="ko-KR">
          <ns1:solidFill>
            <ns1:schemeClr val="tx1"/>
          </ns1:solidFill>
          <ns1:latin typeface="+mj-lt"/>
          <ns1:ea typeface="Pretendard"/>
          <ns1:cs typeface="+mj-cs"/>
        </ns1:defRPr>
      </ns1:lvl1pPr>
    </ns0:titleStyle>
    <ns0:bodyStyle>
      <ns1:lvl1pPr marL="342900" indent="-342900" algn="l" defTabSz="914400" rtl="0" eaLnBrk="1" latinLnBrk="0" hangingPunct="1">
        <ns1:spcBef>
          <ns1:spcPct val="20000"/>
        </ns1:spcBef>
        <ns1:buFont typeface="Arial" pitchFamily="34" charset="0"/>
        <ns1:buChar char="•"/>
        <ns1:defRPr sz="3200" kern="1200" lang="ko-KR">
          <ns1:solidFill>
            <ns1:schemeClr val="tx1"/>
          </ns1:solidFill>
          <ns1:latin typeface="+mn-lt"/>
          <ns1:ea typeface="Pretendard"/>
          <ns1:cs typeface="+mn-cs"/>
        </ns1:defRPr>
      </ns1:lvl1pPr>
      <ns1:lvl2pPr marL="742950" indent="-285750" algn="l" defTabSz="914400" rtl="0" eaLnBrk="1" latinLnBrk="0" hangingPunct="1">
        <ns1:spcBef>
          <ns1:spcPct val="20000"/>
        </ns1:spcBef>
        <ns1:buFont typeface="Arial" pitchFamily="34" charset="0"/>
        <ns1:buChar char="–"/>
        <ns1:defRPr sz="2800" kern="1200" lang="ko-KR">
          <ns1:solidFill>
            <ns1:schemeClr val="tx1"/>
          </ns1:solidFill>
          <ns1:latin typeface="+mn-lt"/>
          <ns1:ea typeface="Pretendard"/>
          <ns1:cs typeface="+mn-cs"/>
        </ns1:defRPr>
      </ns1:lvl2pPr>
      <ns1:lvl3pPr marL="1143000" indent="-228600" algn="l" defTabSz="914400" rtl="0" eaLnBrk="1" latinLnBrk="0" hangingPunct="1">
        <ns1:spcBef>
          <ns1:spcPct val="20000"/>
        </ns1:spcBef>
        <ns1:buFont typeface="Arial" pitchFamily="34" charset="0"/>
        <ns1:buChar char="•"/>
        <ns1:defRPr sz="2400" kern="1200" lang="ko-KR">
          <ns1:solidFill>
            <ns1:schemeClr val="tx1"/>
          </ns1:solidFill>
          <ns1:latin typeface="+mn-lt"/>
          <ns1:ea typeface="Pretendard"/>
          <ns1:cs typeface="+mn-cs"/>
        </ns1:defRPr>
      </ns1:lvl3pPr>
      <ns1:lvl4pPr marL="1600200" indent="-228600" algn="l" defTabSz="914400" rtl="0" eaLnBrk="1" latinLnBrk="0" hangingPunct="1">
        <ns1:spcBef>
          <ns1:spcPct val="20000"/>
        </ns1:spcBef>
        <ns1:buFont typeface="Arial" pitchFamily="34" charset="0"/>
        <ns1:buChar char="–"/>
        <ns1:defRPr sz="2000" kern="1200" lang="ko-KR">
          <ns1:solidFill>
            <ns1:schemeClr val="tx1"/>
          </ns1:solidFill>
          <ns1:latin typeface="+mn-lt"/>
          <ns1:ea typeface="Pretendard"/>
          <ns1:cs typeface="+mn-cs"/>
        </ns1:defRPr>
      </ns1:lvl4pPr>
      <ns1:lvl5pPr marL="2057400" indent="-228600" algn="l" defTabSz="914400" rtl="0" eaLnBrk="1" latinLnBrk="0" hangingPunct="1">
        <ns1:spcBef>
          <ns1:spcPct val="20000"/>
        </ns1:spcBef>
        <ns1:buFont typeface="Arial" pitchFamily="34" charset="0"/>
        <ns1:buChar char="»"/>
        <ns1:defRPr sz="2000" kern="1200" lang="ko-KR">
          <ns1:solidFill>
            <ns1:schemeClr val="tx1"/>
          </ns1:solidFill>
          <ns1:latin typeface="+mn-lt"/>
          <ns1:ea typeface="Pretendard"/>
          <ns1:cs typeface="+mn-cs"/>
        </ns1:defRPr>
      </ns1:lvl5pPr>
      <ns1:lvl6pPr marL="2514600" indent="-228600" algn="l" defTabSz="914400" rtl="0" eaLnBrk="1" latinLnBrk="0" hangingPunct="1">
        <ns1:spcBef>
          <ns1:spcPct val="20000"/>
        </ns1:spcBef>
        <ns1:buFont typeface="Arial" pitchFamily="34" charset="0"/>
        <ns1:buChar char="•"/>
        <ns1:defRPr sz="2000" kern="1200" lang="ko-KR">
          <ns1:solidFill>
            <ns1:schemeClr val="tx1"/>
          </ns1:solidFill>
          <ns1:latin typeface="+mn-lt"/>
          <ns1:ea typeface="Pretendard"/>
          <ns1:cs typeface="+mn-cs"/>
        </ns1:defRPr>
      </ns1:lvl6pPr>
      <ns1:lvl7pPr marL="2971800" indent="-228600" algn="l" defTabSz="914400" rtl="0" eaLnBrk="1" latinLnBrk="0" hangingPunct="1">
        <ns1:spcBef>
          <ns1:spcPct val="20000"/>
        </ns1:spcBef>
        <ns1:buFont typeface="Arial" pitchFamily="34" charset="0"/>
        <ns1:buChar char="•"/>
        <ns1:defRPr sz="2000" kern="1200" lang="ko-KR">
          <ns1:solidFill>
            <ns1:schemeClr val="tx1"/>
          </ns1:solidFill>
          <ns1:latin typeface="+mn-lt"/>
          <ns1:ea typeface="Pretendard"/>
          <ns1:cs typeface="+mn-cs"/>
        </ns1:defRPr>
      </ns1:lvl7pPr>
      <ns1:lvl8pPr marL="3429000" indent="-228600" algn="l" defTabSz="914400" rtl="0" eaLnBrk="1" latinLnBrk="0" hangingPunct="1">
        <ns1:spcBef>
          <ns1:spcPct val="20000"/>
        </ns1:spcBef>
        <ns1:buFont typeface="Arial" pitchFamily="34" charset="0"/>
        <ns1:buChar char="•"/>
        <ns1:defRPr sz="2000" kern="1200" lang="ko-KR">
          <ns1:solidFill>
            <ns1:schemeClr val="tx1"/>
          </ns1:solidFill>
          <ns1:latin typeface="+mn-lt"/>
          <ns1:ea typeface="Pretendard"/>
          <ns1:cs typeface="+mn-cs"/>
        </ns1:defRPr>
      </ns1:lvl8pPr>
      <ns1:lvl9pPr marL="3886200" indent="-228600" algn="l" defTabSz="914400" rtl="0" eaLnBrk="1" latinLnBrk="0" hangingPunct="1">
        <ns1:spcBef>
          <ns1:spcPct val="20000"/>
        </ns1:spcBef>
        <ns1:buFont typeface="Arial" pitchFamily="34" charset="0"/>
        <ns1:buChar char="•"/>
        <ns1:defRPr sz="2000" kern="1200" lang="ko-KR">
          <ns1:solidFill>
            <ns1:schemeClr val="tx1"/>
          </ns1:solidFill>
          <ns1:latin typeface="+mn-lt"/>
          <ns1:ea typeface="Pretendard"/>
          <ns1:cs typeface="+mn-cs"/>
        </ns1:defRPr>
      </ns1:lvl9pPr>
    </ns0:bodyStyle>
    <ns0:otherStyle>
      <ns1:defPPr>
        <ns1:defRPr lang="ko-KR">
          <ns1:ea typeface="Pretendard"/>
        </ns1:defRPr>
      </ns1:defPPr>
      <ns1:lvl1pPr marL="0" algn="l" defTabSz="914400" rtl="0" eaLnBrk="1" latinLnBrk="0" hangingPunct="1">
        <ns1:defRPr sz="1800" kern="1200" lang="ko-KR">
          <ns1:solidFill>
            <ns1:schemeClr val="tx1"/>
          </ns1:solidFill>
          <ns1:latin typeface="+mn-lt"/>
          <ns1:ea typeface="Pretendard"/>
          <ns1:cs typeface="+mn-cs"/>
        </ns1:defRPr>
      </ns1:lvl1pPr>
      <ns1:lvl2pPr marL="457200" algn="l" defTabSz="914400" rtl="0" eaLnBrk="1" latinLnBrk="0" hangingPunct="1">
        <ns1:defRPr sz="1800" kern="1200" lang="ko-KR">
          <ns1:solidFill>
            <ns1:schemeClr val="tx1"/>
          </ns1:solidFill>
          <ns1:latin typeface="+mn-lt"/>
          <ns1:ea typeface="Pretendard"/>
          <ns1:cs typeface="+mn-cs"/>
        </ns1:defRPr>
      </ns1:lvl2pPr>
      <ns1:lvl3pPr marL="914400" algn="l" defTabSz="914400" rtl="0" eaLnBrk="1" latinLnBrk="0" hangingPunct="1">
        <ns1:defRPr sz="1800" kern="1200" lang="ko-KR">
          <ns1:solidFill>
            <ns1:schemeClr val="tx1"/>
          </ns1:solidFill>
          <ns1:latin typeface="+mn-lt"/>
          <ns1:ea typeface="Pretendard"/>
          <ns1:cs typeface="+mn-cs"/>
        </ns1:defRPr>
      </ns1:lvl3pPr>
      <ns1:lvl4pPr marL="1371600" algn="l" defTabSz="914400" rtl="0" eaLnBrk="1" latinLnBrk="0" hangingPunct="1">
        <ns1:defRPr sz="1800" kern="1200" lang="ko-KR">
          <ns1:solidFill>
            <ns1:schemeClr val="tx1"/>
          </ns1:solidFill>
          <ns1:latin typeface="+mn-lt"/>
          <ns1:ea typeface="Pretendard"/>
          <ns1:cs typeface="+mn-cs"/>
        </ns1:defRPr>
      </ns1:lvl4pPr>
      <ns1:lvl5pPr marL="1828800" algn="l" defTabSz="914400" rtl="0" eaLnBrk="1" latinLnBrk="0" hangingPunct="1">
        <ns1:defRPr sz="1800" kern="1200" lang="ko-KR">
          <ns1:solidFill>
            <ns1:schemeClr val="tx1"/>
          </ns1:solidFill>
          <ns1:latin typeface="+mn-lt"/>
          <ns1:ea typeface="Pretendard"/>
          <ns1:cs typeface="+mn-cs"/>
        </ns1:defRPr>
      </ns1:lvl5pPr>
      <ns1:lvl6pPr marL="2286000" algn="l" defTabSz="914400" rtl="0" eaLnBrk="1" latinLnBrk="0" hangingPunct="1">
        <ns1:defRPr sz="1800" kern="1200" lang="ko-KR">
          <ns1:solidFill>
            <ns1:schemeClr val="tx1"/>
          </ns1:solidFill>
          <ns1:latin typeface="+mn-lt"/>
          <ns1:ea typeface="Pretendard"/>
          <ns1:cs typeface="+mn-cs"/>
        </ns1:defRPr>
      </ns1:lvl6pPr>
      <ns1:lvl7pPr marL="2743200" algn="l" defTabSz="914400" rtl="0" eaLnBrk="1" latinLnBrk="0" hangingPunct="1">
        <ns1:defRPr sz="1800" kern="1200" lang="ko-KR">
          <ns1:solidFill>
            <ns1:schemeClr val="tx1"/>
          </ns1:solidFill>
          <ns1:latin typeface="+mn-lt"/>
          <ns1:ea typeface="Pretendard"/>
          <ns1:cs typeface="+mn-cs"/>
        </ns1:defRPr>
      </ns1:lvl7pPr>
      <ns1:lvl8pPr marL="3200400" algn="l" defTabSz="914400" rtl="0" eaLnBrk="1" latinLnBrk="0" hangingPunct="1">
        <ns1:defRPr sz="1800" kern="1200" lang="ko-KR">
          <ns1:solidFill>
            <ns1:schemeClr val="tx1"/>
          </ns1:solidFill>
          <ns1:latin typeface="+mn-lt"/>
          <ns1:ea typeface="Pretendard"/>
          <ns1:cs typeface="+mn-cs"/>
        </ns1:defRPr>
      </ns1:lvl8pPr>
      <ns1:lvl9pPr marL="3657600" algn="l" defTabSz="914400" rtl="0" eaLnBrk="1" latinLnBrk="0" hangingPunct="1">
        <ns1:defRPr sz="1800" kern="1200" lang="ko-KR">
          <ns1:solidFill>
            <ns1:schemeClr val="tx1"/>
          </ns1:solidFill>
          <ns1:latin typeface="+mn-lt"/>
          <ns1:ea typeface="Pretendard"/>
          <ns1:cs typeface="+mn-cs"/>
        </ns1:defRPr>
      </ns1:lvl9pPr>
    </ns0:otherStyle>
  </ns0:txStyles>
</ns0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ns0:sld xmlns:ns0="http://schemas.openxmlformats.org/presentationml/2006/main" xmlns:ns1="http://schemas.openxmlformats.org/drawingml/2006/main">
  <ns0:cSld name="Slide 1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533400" y="285750"/>
            <ns1:ext cx="11125200" cy="2286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975" dirty="0">
                <ns1:solidFill>
                  <ns1:srgbClr val="526174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현장 업무 개선 · 가상 연습</ns1:t>
            </ns1:r>
            <ns1:endParaRPr lang="ko-KR" sz="975" dirty="0">
              <ns1:ea typeface="Pretendard"/>
            </ns1:endParaRPr>
          </ns1:p>
        </ns0:txBody>
      </ns0:sp>
      <ns0:sp>
        <ns0:nvSpPr>
          <ns0:cNvPr id="3" name="Text 1"/>
          <ns0:cNvSpPr txBox="1"/>
          <ns0:nvPr/>
        </ns0:nvSpPr>
        <ns0:spPr>
          <ns1:xfrm>
            <ns1:off x="533400" y="752475"/>
            <ns1:ext cx="11125200" cy="6096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3300" b="1" dirty="0">
                <ns1:solidFill>
                  <ns1:srgbClr val="192A40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반품 검수 기록 자동화</ns1:t>
            </ns1:r>
            <ns1:endParaRPr lang="ko-KR" sz="3300" dirty="0">
              <ns1:ea typeface="Pretendard"/>
            </ns1:endParaRPr>
          </ns1:p>
        </ns0:txBody>
      </ns0:sp>
      <ns0:sp>
        <ns0:nvSpPr>
          <ns0:cNvPr id="4" name="Text 2"/>
          <ns0:cNvSpPr txBox="1"/>
          <ns0:nvPr/>
        </ns0:nvSpPr>
        <ns0:spPr>
          <ns1:xfrm>
            <ns1:off x="10668000" y="6438900"/>
            <ns1:ext cx="990600" cy="1905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buNone/>
            </ns1:pPr>
            <ns1:r>
              <ns1:rPr lang="ko-KR" sz="975" dirty="0">
                <ns1:solidFill>
                  <ns1:srgbClr val="526174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1 / 6</ns1:t>
            </ns1:r>
            <ns1:endParaRPr lang="ko-KR" sz="975" dirty="0">
              <ns1:ea typeface="Pretendard"/>
            </ns1:endParaRPr>
          </ns1:p>
        </ns0:txBody>
      </ns0:sp>
      <ns0:sp>
        <ns0:nvSpPr>
          <ns0:cNvPr id="5" name="Text 3"/>
          <ns0:cNvSpPr txBox="1"/>
          <ns0:nvPr/>
        </ns0:nvSpPr>
        <ns0:spPr>
          <ns1:xfrm>
            <ns1:off x="533400" y="1657350"/>
            <ns1:ext cx="10477500" cy="47625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250" dirty="0">
                <ns1:solidFill>
                  <ns1:srgbClr val="192A40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현장에서 확인하고, 현장에서 기록합니다.</ns1:t>
            </ns1:r>
            <ns1:endParaRPr lang="ko-KR" sz="2250" dirty="0">
              <ns1:ea typeface="Pretendard"/>
            </ns1:endParaRPr>
          </ns1:p>
        </ns0:txBody>
      </ns0:sp>
      <ns0:sp>
        <ns0:nvSpPr>
          <ns0:cNvPr id="6" name="Shape 4"/>
          <ns0:cNvSpPr/>
          <ns0:nvPr/>
        </ns0:nvSpPr>
        <ns0:spPr>
          <ns1:xfrm>
            <ns1:off x="533400" y="2619375"/>
            <ns1:ext cx="5238750" cy="2524125"/>
          </ns1:xfrm>
          <ns1:prstGeom prst="rect">
            <ns1:avLst/>
          </ns1:prstGeom>
          <ns1:solidFill>
            <ns1:srgbClr val="EEF3F9"/>
          </ns1:solidFill>
          <ns1:ln w="9525">
            <ns1:solidFill>
              <ns1:srgbClr val="EEF3F9"/>
            </ns1:solidFill>
            <ns1:prstDash val="solid"/>
          </ns1:ln>
        </ns0:spPr>
      </ns0:sp>
      <ns0:sp>
        <ns0:nvSpPr>
          <ns0:cNvPr id="7" name="Text 5"/>
          <ns0:cNvSpPr txBox="1"/>
          <ns0:nvPr/>
        </ns0:nvSpPr>
        <ns0:spPr>
          <ns1:xfrm>
            <ns1:off x="838200" y="2952750"/>
            <ns1:ext cx="4476750" cy="523875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700" b="1" dirty="0">
                <ns1:solidFill>
                  <ns1:srgbClr val="192A40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종이 → 엑셀 재입력</ns1:t>
            </ns1:r>
            <ns1:endParaRPr lang="ko-KR" sz="2700" dirty="0">
              <ns1:ea typeface="Pretendard"/>
            </ns1:endParaRPr>
          </ns1:p>
        </ns0:txBody>
      </ns0:sp>
      <ns0:sp>
        <ns0:nvSpPr>
          <ns0:cNvPr id="8" name="Text 6"/>
          <ns0:cNvSpPr txBox="1"/>
          <ns0:nvPr/>
        </ns0:nvSpPr>
        <ns0:spPr>
          <ns1:xfrm>
            <ns1:off x="838200" y="3762375"/>
            <ns1:ext cx="4381500" cy="85725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175" dirty="0">
                <ns1:solidFill>
                  <ns1:srgbClr val="192A40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검수와 기록이 나뉘면서</ns1:t>
            </ns1:r>
            <ns1:endParaRPr lang="ko-KR" sz="2175" dirty="0">
              <ns1:ea typeface="Pretendard"/>
            </ns1:endParaRPr>
          </ns1:p>
          <ns1:p>
            <ns1:pPr algn="l" indent="0" marL="0">
              <ns1:buNone/>
            </ns1:pPr>
            <ns1:r>
              <ns1:rPr lang="ko-KR" sz="2175" dirty="0">
                <ns1:solidFill>
                  <ns1:srgbClr val="192A40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입력 누락 발생</ns1:t>
            </ns1:r>
            <ns1:endParaRPr lang="ko-KR" sz="2175" dirty="0">
              <ns1:ea typeface="Pretendard"/>
            </ns1:endParaRPr>
          </ns1:p>
        </ns0:txBody>
      </ns0:sp>
      <ns0:sp>
        <ns0:nvSpPr>
          <ns0:cNvPr id="9" name="Shape 7"/>
          <ns0:cNvSpPr/>
          <ns0:nvPr/>
        </ns0:nvSpPr>
        <ns0:spPr>
          <ns1:xfrm>
            <ns1:off x="6477000" y="2314575"/>
            <ns1:ext cx="5181600" cy="3143250"/>
          </ns1:xfrm>
          <ns1:prstGeom prst="rect">
            <ns1:avLst/>
          </ns1:prstGeom>
          <ns1:solidFill>
            <ns1:srgbClr val="FFFFFF"/>
          </ns1:solidFill>
          <ns1:ln w="9525">
            <ns1:solidFill>
              <ns1:srgbClr val="2459A6"/>
            </ns1:solidFill>
            <ns1:prstDash val="solid"/>
          </ns1:ln>
        </ns0:spPr>
      </ns0:sp>
      <ns0:sp>
        <ns0:nvSpPr>
          <ns0:cNvPr id="10" name="Text 8"/>
          <ns0:cNvSpPr txBox="1"/>
          <ns0:nvPr/>
        </ns0:nvSpPr>
        <ns0:spPr>
          <ns1:xfrm>
            <ns1:off x="6819900" y="2619375"/>
            <ns1:ext cx="4476750" cy="47625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550" b="1" dirty="0">
                <ns1:solidFill>
                  <ns1:srgbClr val="2459A6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태블릿 검수 기록</ns1:t>
            </ns1:r>
            <ns1:endParaRPr lang="ko-KR" sz="2550" dirty="0">
              <ns1:ea typeface="Pretendard"/>
            </ns1:endParaRPr>
          </ns1:p>
        </ns0:txBody>
      </ns0:sp>
      <ns0:sp>
        <ns0:nvSpPr>
          <ns0:cNvPr id="11" name="Text 9"/>
          <ns0:cNvSpPr txBox="1"/>
          <ns0:nvPr/>
        </ns0:nvSpPr>
        <ns0:spPr>
          <ns1:xfrm>
            <ns1:off x="6819900" y="3381375"/>
            <ns1:ext cx="4191000" cy="36195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025" dirty="0">
                <ns1:solidFill>
                  <ns1:srgbClr val="192A40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상품 코드 조회</ns1:t>
            </ns1:r>
            <ns1:endParaRPr lang="ko-KR" sz="2025" dirty="0">
              <ns1:ea typeface="Pretendard"/>
            </ns1:endParaRPr>
          </ns1:p>
        </ns0:txBody>
      </ns0:sp>
      <ns0:sp>
        <ns0:nvSpPr>
          <ns0:cNvPr id="12" name="Shape 10"/>
          <ns0:cNvSpPr/>
          <ns0:nvPr/>
        </ns0:nvSpPr>
        <ns0:spPr>
          <ns1:xfrm>
            <ns1:off x="6838950" y="3876675"/>
            <ns1:ext cx="4448175" cy="0"/>
          </ns1:xfrm>
          <ns1:prstGeom prst="line">
            <ns1:avLst/>
          </ns1:prstGeom>
          <ns1:noFill/>
          <ns1:ln w="19050">
            <ns1:solidFill>
              <ns1:srgbClr val="2459A6"/>
            </ns1:solidFill>
            <ns1:prstDash val="solid"/>
          </ns1:ln>
        </ns0:spPr>
      </ns0:sp>
      <ns0:sp>
        <ns0:nvSpPr>
          <ns0:cNvPr id="13" name="Text 11"/>
          <ns0:cNvSpPr txBox="1"/>
          <ns0:nvPr/>
        </ns0:nvSpPr>
        <ns0:spPr>
          <ns1:xfrm>
            <ns1:off x="6819900" y="4171950"/>
            <ns1:ext cx="4286250" cy="428625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250" dirty="0">
                <ns1:solidFill>
                  <ns1:srgbClr val="192A40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상태 · 사진 · 저장</ns1:t>
            </ns1:r>
            <ns1:endParaRPr lang="ko-KR" sz="2250" dirty="0">
              <ns1:ea typeface="Pretendard"/>
            </ns1:endParaRPr>
          </ns1:p>
        </ns0:txBody>
      </ns0:sp>
      <ns0:sp>
        <ns0:nvSpPr>
          <ns0:cNvPr id="14" name="Text 12"/>
          <ns0:cNvSpPr txBox="1"/>
          <ns0:nvPr/>
        </ns0:nvSpPr>
        <ns0:spPr>
          <ns1:xfrm>
            <ns1:off x="533400" y="5638800"/>
            <ns1:ext cx="9048750" cy="304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1500" dirty="0">
                <ns1:solidFill>
                  <ns1:srgbClr val="526174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4분 발표  /  현장 운영 담당자</ns1:t>
            </ns1:r>
            <ns1:endParaRPr lang="ko-KR" sz="1500" dirty="0">
              <ns1:ea typeface="Pretendard"/>
            </ns1:endParaRPr>
          </ns1:p>
        </ns0:txBody>
      </ns0:sp>
    </ns0:spTree>
  </ns0:cSld>
  <ns0:clrMapOvr>
    <ns1:masterClrMapping/>
  </ns0:clrMapOvr>
</ns0:sld>
</file>

<file path=ppt/slides/slide2.xml><?xml version="1.0" encoding="utf-8"?>
<ns0:sld xmlns:ns0="http://schemas.openxmlformats.org/presentationml/2006/main" xmlns:ns1="http://schemas.openxmlformats.org/drawingml/2006/main" xmlns:ns2="http://schemas.microsoft.com/office/powerpoint/2010/main">
  <ns0:cSld name="Slide 2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533400" y="285750"/>
            <ns1:ext cx="11125200" cy="2286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975" dirty="0">
                <ns1:solidFill>
                  <ns1:srgbClr val="526174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01 · 기록 방식</ns1:t>
            </ns1:r>
            <ns1:endParaRPr lang="ko-KR" sz="975" dirty="0">
              <ns1:ea typeface="Pretendard"/>
            </ns1:endParaRPr>
          </ns1:p>
        </ns0:txBody>
      </ns0:sp>
      <ns0:sp>
        <ns0:nvSpPr>
          <ns0:cNvPr id="3" name="Text 1"/>
          <ns0:cNvSpPr txBox="1"/>
          <ns0:nvPr/>
        </ns0:nvSpPr>
        <ns0:spPr>
          <ns1:xfrm>
            <ns1:off x="533400" y="752475"/>
            <ns1:ext cx="11125200" cy="6096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3300" b="1" dirty="0">
                <ns1:solidFill>
                  <ns1:srgbClr val="192A40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개선 전후</ns1:t>
            </ns1:r>
            <ns1:endParaRPr lang="ko-KR" sz="3300" dirty="0">
              <ns1:ea typeface="Pretendard"/>
            </ns1:endParaRPr>
          </ns1:p>
        </ns0:txBody>
      </ns0:sp>
      <ns0:sp>
        <ns0:nvSpPr>
          <ns0:cNvPr id="4" name="Text 2"/>
          <ns0:cNvSpPr txBox="1"/>
          <ns0:nvPr/>
        </ns0:nvSpPr>
        <ns0:spPr>
          <ns1:xfrm>
            <ns1:off x="10668000" y="6438900"/>
            <ns1:ext cx="990600" cy="1905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buNone/>
            </ns1:pPr>
            <ns1:r>
              <ns1:rPr lang="ko-KR" sz="975" dirty="0">
                <ns1:solidFill>
                  <ns1:srgbClr val="526174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2 / 6</ns1:t>
            </ns1:r>
            <ns1:endParaRPr lang="ko-KR" sz="975" dirty="0">
              <ns1:ea typeface="Pretendard"/>
            </ns1:endParaRPr>
          </ns1:p>
        </ns0:txBody>
      </ns0:sp>
      <ns0:sp>
        <ns0:nvSpPr>
          <ns0:cNvPr id="5" name="Text 3"/>
          <ns0:cNvSpPr txBox="1"/>
          <ns0:nvPr/>
        </ns0:nvSpPr>
        <ns0:spPr>
          <ns1:xfrm>
            <ns1:off x="533400" y="1514475"/>
            <ns1:ext cx="11125200" cy="4191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025" dirty="0">
                <ns1:solidFill>
                  <ns1:srgbClr val="526174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검수 후 옮겨 적던 기록을 검수 단계에서 저장</ns1:t>
            </ns1:r>
            <ns1:endParaRPr lang="ko-KR" sz="2025" dirty="0">
              <ns1:ea typeface="Pretendard"/>
            </ns1:endParaRPr>
          </ns1:p>
        </ns0:txBody>
      </ns0:sp>
      <ns0:graphicFrame>
        <ns0:nvGraphicFramePr>
          <ns0:cNvPr id="3" name="Table 0"/>
          <ns0:cNvGraphicFramePr>
            <ns1:graphicFrameLocks noGrp="1"/>
          </ns0:cNvGraphicFramePr>
          <ns0:nvPr>
            <ns0:extLst>
              <ns0:ext uri="{D42A27DB-BD31-4B8C-83A1-F6EECF244321}">
                <ns2:modId val="1579011935"/>
              </ns0:ext>
            </ns0:extLst>
          </ns0:nvPr>
        </ns0:nvGraphicFramePr>
        <ns0:xfrm>
          <ns1:off x="533400" y="2333625"/>
          <ns1:ext cx="11125200" cy="2743200"/>
        </ns0:xfrm>
        <ns1:graphic>
          <ns1:graphicData uri="http://schemas.openxmlformats.org/drawingml/2006/table">
            <ns1:tbl>
              <ns1:tblPr/>
              <ns1:tblGrid>
                <ns1:gridCol w="3708400"/>
                <ns1:gridCol w="3708400"/>
                <ns1:gridCol w="3708400"/>
              </ns1:tblGrid>
              <ns1:tr h="685800">
                <ns1:tc>
                  <ns1:txBody>
                    <ns1:bodyPr/>
                    <ns1:lstStyle/>
                    <ns1:p>
                      <ns1:pPr indent="0" marL="0">
                        <ns1:buNone/>
                      </ns1:pPr>
                      <ns1:r>
                        <ns1:rPr lang="ko-KR" sz="1950" dirty="0">
                          <ns1:solidFill>
                            <ns1:srgbClr val="192A40"/>
                          </ns1:solidFill>
                          <ns1:latin typeface="Pretendard" pitchFamily="34" charset="0"/>
                          <ns1:ea typeface="Pretendard" pitchFamily="34" charset="-122"/>
                          <ns1:cs typeface="Pretendard" pitchFamily="34" charset="-120"/>
                        </ns1:rPr>
                        <ns1:t>비교 기준</ns1:t>
                      </ns1:r>
                      <ns1:endParaRPr lang="ko-KR" sz="1950" dirty="0">
                        <ns1:latin typeface="Pretendard" charset="0"/>
                        <ns1:ea typeface="Pretendard" charset="0"/>
                        <ns1:cs typeface="Pretendard" charset="0"/>
                      </ns1:endParaRPr>
                    </ns1:p>
                  </ns1:txBody>
                  <ns1:tcPr marL="76200" marR="76200" marT="76200" marB="76200">
                    <ns1:lnL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indent="0" marL="0">
                        <ns1:buNone/>
                      </ns1:pPr>
                      <ns1:r>
                        <ns1:rPr lang="ko-KR" sz="1950" dirty="0">
                          <ns1:solidFill>
                            <ns1:srgbClr val="192A40"/>
                          </ns1:solidFill>
                          <ns1:latin typeface="Pretendard" pitchFamily="34" charset="0"/>
                          <ns1:ea typeface="Pretendard" pitchFamily="34" charset="-122"/>
                          <ns1:cs typeface="Pretendard" pitchFamily="34" charset="-120"/>
                        </ns1:rPr>
                        <ns1:t>기존</ns1:t>
                      </ns1:r>
                      <ns1:endParaRPr lang="ko-KR" sz="1950" dirty="0">
                        <ns1:latin typeface="Pretendard" charset="0"/>
                        <ns1:ea typeface="Pretendard" charset="0"/>
                        <ns1:cs typeface="Pretendard" charset="0"/>
                      </ns1:endParaRPr>
                    </ns1:p>
                  </ns1:txBody>
                  <ns1:tcPr marL="76200" marR="76200" marT="76200" marB="76200">
                    <ns1:lnL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indent="0" marL="0">
                        <ns1:buNone/>
                      </ns1:pPr>
                      <ns1:r>
                        <ns1:rPr lang="ko-KR" sz="1950" dirty="0">
                          <ns1:solidFill>
                            <ns1:srgbClr val="192A40"/>
                          </ns1:solidFill>
                          <ns1:latin typeface="Pretendard" pitchFamily="34" charset="0"/>
                          <ns1:ea typeface="Pretendard" pitchFamily="34" charset="-122"/>
                          <ns1:cs typeface="Pretendard" pitchFamily="34" charset="-120"/>
                        </ns1:rPr>
                        <ns1:t>개선</ns1:t>
                      </ns1:r>
                      <ns1:endParaRPr lang="ko-KR" sz="1950" dirty="0">
                        <ns1:latin typeface="Pretendard" charset="0"/>
                        <ns1:ea typeface="Pretendard" charset="0"/>
                        <ns1:cs typeface="Pretendard" charset="0"/>
                      </ns1:endParaRPr>
                    </ns1:p>
                  </ns1:txBody>
                  <ns1:tcPr marL="76200" marR="76200" marT="76200" marB="76200">
                    <ns1:lnL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solidFill>
                      <ns1:srgbClr val="FFFFFF"/>
                    </ns1:solidFill>
                  </ns1:tcPr>
                </ns1:tc>
              </ns1:tr>
              <ns1:tr h="685800">
                <ns1:tc>
                  <ns1:txBody>
                    <ns1:bodyPr/>
                    <ns1:lstStyle/>
                    <ns1:p>
                      <ns1:pPr indent="0" marL="0">
                        <ns1:buNone/>
                      </ns1:pPr>
                      <ns1:r>
                        <ns1:rPr lang="ko-KR" sz="1950" dirty="0">
                          <ns1:solidFill>
                            <ns1:srgbClr val="192A40"/>
                          </ns1:solidFill>
                          <ns1:latin typeface="Pretendard" pitchFamily="34" charset="0"/>
                          <ns1:ea typeface="Pretendard" pitchFamily="34" charset="-122"/>
                          <ns1:cs typeface="Pretendard" pitchFamily="34" charset="-120"/>
                        </ns1:rPr>
                        <ns1:t>기록 도구</ns1:t>
                      </ns1:r>
                      <ns1:endParaRPr lang="ko-KR" sz="1950" dirty="0">
                        <ns1:latin typeface="Pretendard" charset="0"/>
                        <ns1:ea typeface="Pretendard" charset="0"/>
                        <ns1:cs typeface="Pretendard" charset="0"/>
                      </ns1:endParaRPr>
                    </ns1:p>
                  </ns1:txBody>
                  <ns1:tcPr marL="76200" marR="76200" marT="76200" marB="76200">
                    <ns1:lnL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indent="0" marL="0">
                        <ns1:buNone/>
                      </ns1:pPr>
                      <ns1:r>
                        <ns1:rPr lang="ko-KR" sz="1950" dirty="0">
                          <ns1:solidFill>
                            <ns1:srgbClr val="192A40"/>
                          </ns1:solidFill>
                          <ns1:latin typeface="Pretendard" pitchFamily="34" charset="0"/>
                          <ns1:ea typeface="Pretendard" pitchFamily="34" charset="-122"/>
                          <ns1:cs typeface="Pretendard" pitchFamily="34" charset="-120"/>
                        </ns1:rPr>
                        <ns1:t>종이 체크리스트</ns1:t>
                      </ns1:r>
                      <ns1:endParaRPr lang="ko-KR" sz="1950" dirty="0">
                        <ns1:latin typeface="Pretendard" charset="0"/>
                        <ns1:ea typeface="Pretendard" charset="0"/>
                        <ns1:cs typeface="Pretendard" charset="0"/>
                      </ns1:endParaRPr>
                    </ns1:p>
                  </ns1:txBody>
                  <ns1:tcPr marL="76200" marR="76200" marT="76200" marB="76200">
                    <ns1:lnL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indent="0" marL="0">
                        <ns1:buNone/>
                      </ns1:pPr>
                      <ns1:r>
                        <ns1:rPr lang="ko-KR" sz="1950" dirty="0">
                          <ns1:solidFill>
                            <ns1:srgbClr val="192A40"/>
                          </ns1:solidFill>
                          <ns1:latin typeface="Pretendard" pitchFamily="34" charset="0"/>
                          <ns1:ea typeface="Pretendard" pitchFamily="34" charset="-122"/>
                          <ns1:cs typeface="Pretendard" pitchFamily="34" charset="-120"/>
                        </ns1:rPr>
                        <ns1:t>태블릿</ns1:t>
                      </ns1:r>
                      <ns1:endParaRPr lang="ko-KR" sz="1950" dirty="0">
                        <ns1:latin typeface="Pretendard" charset="0"/>
                        <ns1:ea typeface="Pretendard" charset="0"/>
                        <ns1:cs typeface="Pretendard" charset="0"/>
                      </ns1:endParaRPr>
                    </ns1:p>
                  </ns1:txBody>
                  <ns1:tcPr marL="76200" marR="76200" marT="76200" marB="76200">
                    <ns1:lnL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solidFill>
                      <ns1:srgbClr val="FFFFFF"/>
                    </ns1:solidFill>
                  </ns1:tcPr>
                </ns1:tc>
              </ns1:tr>
              <ns1:tr h="685800">
                <ns1:tc>
                  <ns1:txBody>
                    <ns1:bodyPr/>
                    <ns1:lstStyle/>
                    <ns1:p>
                      <ns1:pPr indent="0" marL="0">
                        <ns1:buNone/>
                      </ns1:pPr>
                      <ns1:r>
                        <ns1:rPr lang="ko-KR" sz="1950" dirty="0">
                          <ns1:solidFill>
                            <ns1:srgbClr val="192A40"/>
                          </ns1:solidFill>
                          <ns1:latin typeface="Pretendard" pitchFamily="34" charset="0"/>
                          <ns1:ea typeface="Pretendard" pitchFamily="34" charset="-122"/>
                          <ns1:cs typeface="Pretendard" pitchFamily="34" charset="-120"/>
                        </ns1:rPr>
                        <ns1:t>업무 순서</ns1:t>
                      </ns1:r>
                      <ns1:endParaRPr lang="ko-KR" sz="1950" dirty="0">
                        <ns1:latin typeface="Pretendard" charset="0"/>
                        <ns1:ea typeface="Pretendard" charset="0"/>
                        <ns1:cs typeface="Pretendard" charset="0"/>
                      </ns1:endParaRPr>
                    </ns1:p>
                  </ns1:txBody>
                  <ns1:tcPr marL="76200" marR="76200" marT="76200" marB="76200">
                    <ns1:lnL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indent="0" marL="0">
                        <ns1:buNone/>
                      </ns1:pPr>
                      <ns1:r>
                        <ns1:rPr lang="ko-KR" sz="1950" dirty="0">
                          <ns1:solidFill>
                            <ns1:srgbClr val="192A40"/>
                          </ns1:solidFill>
                          <ns1:latin typeface="Pretendard" pitchFamily="34" charset="0"/>
                          <ns1:ea typeface="Pretendard" pitchFamily="34" charset="-122"/>
                          <ns1:cs typeface="Pretendard" pitchFamily="34" charset="-120"/>
                        </ns1:rPr>
                        <ns1:t>검수 후 엑셀 재입력</ns1:t>
                      </ns1:r>
                      <ns1:endParaRPr lang="ko-KR" sz="1950" dirty="0">
                        <ns1:latin typeface="Pretendard" charset="0"/>
                        <ns1:ea typeface="Pretendard" charset="0"/>
                        <ns1:cs typeface="Pretendard" charset="0"/>
                      </ns1:endParaRPr>
                    </ns1:p>
                  </ns1:txBody>
                  <ns1:tcPr marL="76200" marR="76200" marT="76200" marB="76200">
                    <ns1:lnL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indent="0" marL="0">
                        <ns1:buNone/>
                      </ns1:pPr>
                      <ns1:r>
                        <ns1:rPr lang="ko-KR" sz="1950" dirty="0">
                          <ns1:solidFill>
                            <ns1:srgbClr val="192A40"/>
                          </ns1:solidFill>
                          <ns1:latin typeface="Pretendard" pitchFamily="34" charset="0"/>
                          <ns1:ea typeface="Pretendard" pitchFamily="34" charset="-122"/>
                          <ns1:cs typeface="Pretendard" pitchFamily="34" charset="-120"/>
                        </ns1:rPr>
                        <ns1:t>현장에서 기록 저장</ns1:t>
                      </ns1:r>
                      <ns1:endParaRPr lang="ko-KR" sz="1950" dirty="0">
                        <ns1:latin typeface="Pretendard" charset="0"/>
                        <ns1:ea typeface="Pretendard" charset="0"/>
                        <ns1:cs typeface="Pretendard" charset="0"/>
                      </ns1:endParaRPr>
                    </ns1:p>
                  </ns1:txBody>
                  <ns1:tcPr marL="76200" marR="76200" marT="76200" marB="76200">
                    <ns1:lnL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solidFill>
                      <ns1:srgbClr val="FFFFFF"/>
                    </ns1:solidFill>
                  </ns1:tcPr>
                </ns1:tc>
              </ns1:tr>
              <ns1:tr h="685800">
                <ns1:tc>
                  <ns1:txBody>
                    <ns1:bodyPr/>
                    <ns1:lstStyle/>
                    <ns1:p>
                      <ns1:pPr indent="0" marL="0">
                        <ns1:buNone/>
                      </ns1:pPr>
                      <ns1:r>
                        <ns1:rPr lang="ko-KR" sz="1950" dirty="0">
                          <ns1:solidFill>
                            <ns1:srgbClr val="192A40"/>
                          </ns1:solidFill>
                          <ns1:latin typeface="Pretendard" pitchFamily="34" charset="0"/>
                          <ns1:ea typeface="Pretendard" pitchFamily="34" charset="-122"/>
                          <ns1:cs typeface="Pretendard" pitchFamily="34" charset="-120"/>
                        </ns1:rPr>
                        <ns1:t>기록 구성</ns1:t>
                      </ns1:r>
                      <ns1:endParaRPr lang="ko-KR" sz="1950" dirty="0">
                        <ns1:latin typeface="Pretendard" charset="0"/>
                        <ns1:ea typeface="Pretendard" charset="0"/>
                        <ns1:cs typeface="Pretendard" charset="0"/>
                      </ns1:endParaRPr>
                    </ns1:p>
                  </ns1:txBody>
                  <ns1:tcPr marL="76200" marR="76200" marT="76200" marB="76200">
                    <ns1:lnL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indent="0" marL="0">
                        <ns1:buNone/>
                      </ns1:pPr>
                      <ns1:r>
                        <ns1:rPr lang="ko-KR" sz="1950" dirty="0">
                          <ns1:solidFill>
                            <ns1:srgbClr val="192A40"/>
                          </ns1:solidFill>
                          <ns1:latin typeface="Pretendard" pitchFamily="34" charset="0"/>
                          <ns1:ea typeface="Pretendard" pitchFamily="34" charset="-122"/>
                          <ns1:cs typeface="Pretendard" pitchFamily="34" charset="-120"/>
                        </ns1:rPr>
                        <ns1:t>체크리스트 기록</ns1:t>
                      </ns1:r>
                      <ns1:endParaRPr lang="ko-KR" sz="1950" dirty="0">
                        <ns1:latin typeface="Pretendard" charset="0"/>
                        <ns1:ea typeface="Pretendard" charset="0"/>
                        <ns1:cs typeface="Pretendard" charset="0"/>
                      </ns1:endParaRPr>
                    </ns1:p>
                  </ns1:txBody>
                  <ns1:tcPr marL="76200" marR="76200" marT="76200" marB="76200">
                    <ns1:lnL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indent="0" marL="0">
                        <ns1:buNone/>
                      </ns1:pPr>
                      <ns1:r>
                        <ns1:rPr lang="ko-KR" sz="1950" dirty="0">
                          <ns1:solidFill>
                            <ns1:srgbClr val="192A40"/>
                          </ns1:solidFill>
                          <ns1:latin typeface="Pretendard" pitchFamily="34" charset="0"/>
                          <ns1:ea typeface="Pretendard" pitchFamily="34" charset="-122"/>
                          <ns1:cs typeface="Pretendard" pitchFamily="34" charset="-120"/>
                        </ns1:rPr>
                        <ns1:t>상태 체크 + 사진 첨부</ns1:t>
                      </ns1:r>
                      <ns1:endParaRPr lang="ko-KR" sz="1950" dirty="0">
                        <ns1:latin typeface="Pretendard" charset="0"/>
                        <ns1:ea typeface="Pretendard" charset="0"/>
                        <ns1:cs typeface="Pretendard" charset="0"/>
                      </ns1:endParaRPr>
                    </ns1:p>
                  </ns1:txBody>
                  <ns1:tcPr marL="76200" marR="76200" marT="76200" marB="76200">
                    <ns1:lnL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solidFill>
                      <ns1:srgbClr val="FFFFFF"/>
                    </ns1:solidFill>
                  </ns1:tcPr>
                </ns1:tc>
              </ns1:tr>
            </ns1:tbl>
          </ns1:graphicData>
        </ns1:graphic>
      </ns0:graphicFrame>
      <ns0:sp>
        <ns0:nvSpPr>
          <ns0:cNvPr id="7" name="Shape 4"/>
          <ns0:cNvSpPr/>
          <ns0:nvPr/>
        </ns0:nvSpPr>
        <ns0:spPr>
          <ns1:xfrm>
            <ns1:off x="533400" y="5429250"/>
            <ns1:ext cx="11125200" cy="609600"/>
          </ns1:xfrm>
          <ns1:prstGeom prst="rect">
            <ns1:avLst/>
          </ns1:prstGeom>
          <ns1:solidFill>
            <ns1:srgbClr val="EEF3F9"/>
          </ns1:solidFill>
          <ns1:ln w="9525">
            <ns1:solidFill>
              <ns1:srgbClr val="EEF3F9"/>
            </ns1:solidFill>
            <ns1:prstDash val="solid"/>
          </ns1:ln>
        </ns0:spPr>
      </ns0:sp>
      <ns0:sp>
        <ns0:nvSpPr>
          <ns0:cNvPr id="8" name="Text 5"/>
          <ns0:cNvSpPr txBox="1"/>
          <ns0:nvPr/>
        </ns0:nvSpPr>
        <ns0:spPr>
          <ns1:xfrm>
            <ns1:off x="762000" y="5553075"/>
            <ns1:ext cx="10477500" cy="3810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1950" b="1" dirty="0">
                <ns1:solidFill>
                  <ns1:srgbClr val="2459A6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최종 검수 확정은 담당자의 업무입니다.</ns1:t>
            </ns1:r>
            <ns1:endParaRPr lang="ko-KR" sz="1950" dirty="0">
              <ns1:ea typeface="Pretendard"/>
            </ns1:endParaRPr>
          </ns1:p>
        </ns0:txBody>
      </ns0:sp>
    </ns0:spTree>
  </ns0:cSld>
  <ns0:clrMapOvr>
    <ns1:masterClrMapping/>
  </ns0:clrMapOvr>
</ns0:sld>
</file>

<file path=ppt/slides/slide3.xml><?xml version="1.0" encoding="utf-8"?>
<ns0:sld xmlns:ns0="http://schemas.openxmlformats.org/presentationml/2006/main" xmlns:ns1="http://schemas.openxmlformats.org/drawingml/2006/main">
  <ns0:cSld name="Slide 3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533400" y="285750"/>
            <ns1:ext cx="11125200" cy="2286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975" dirty="0">
                <ns1:solidFill>
                  <ns1:srgbClr val="526174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02 · 태블릿 사용</ns1:t>
            </ns1:r>
            <ns1:endParaRPr lang="ko-KR" sz="975" dirty="0">
              <ns1:ea typeface="Pretendard"/>
            </ns1:endParaRPr>
          </ns1:p>
        </ns0:txBody>
      </ns0:sp>
      <ns0:sp>
        <ns0:nvSpPr>
          <ns0:cNvPr id="3" name="Text 1"/>
          <ns0:cNvSpPr txBox="1"/>
          <ns0:nvPr/>
        </ns0:nvSpPr>
        <ns0:spPr>
          <ns1:xfrm>
            <ns1:off x="533400" y="752475"/>
            <ns1:ext cx="11125200" cy="6096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3300" b="1" dirty="0">
                <ns1:solidFill>
                  <ns1:srgbClr val="192A40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현장 업무 흐름</ns1:t>
            </ns1:r>
            <ns1:endParaRPr lang="ko-KR" sz="3300" dirty="0">
              <ns1:ea typeface="Pretendard"/>
            </ns1:endParaRPr>
          </ns1:p>
        </ns0:txBody>
      </ns0:sp>
      <ns0:sp>
        <ns0:nvSpPr>
          <ns0:cNvPr id="4" name="Text 2"/>
          <ns0:cNvSpPr txBox="1"/>
          <ns0:nvPr/>
        </ns0:nvSpPr>
        <ns0:spPr>
          <ns1:xfrm>
            <ns1:off x="10668000" y="6438900"/>
            <ns1:ext cx="990600" cy="1905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buNone/>
            </ns1:pPr>
            <ns1:r>
              <ns1:rPr lang="ko-KR" sz="975" dirty="0">
                <ns1:solidFill>
                  <ns1:srgbClr val="526174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3 / 6</ns1:t>
            </ns1:r>
            <ns1:endParaRPr lang="ko-KR" sz="975" dirty="0">
              <ns1:ea typeface="Pretendard"/>
            </ns1:endParaRPr>
          </ns1:p>
        </ns0:txBody>
      </ns0:sp>
      <ns0:sp>
        <ns0:nvSpPr>
          <ns0:cNvPr id="5" name="Text 3"/>
          <ns0:cNvSpPr txBox="1"/>
          <ns0:nvPr/>
        </ns0:nvSpPr>
        <ns0:spPr>
          <ns1:xfrm>
            <ns1:off x="533400" y="1514475"/>
            <ns1:ext cx="11125200" cy="4191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025" dirty="0">
                <ns1:solidFill>
                  <ns1:srgbClr val="526174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상품 확인부터 기록 저장까지 한 기기에서 진행</ns1:t>
            </ns1:r>
            <ns1:endParaRPr lang="ko-KR" sz="2025" dirty="0">
              <ns1:ea typeface="Pretendard"/>
            </ns1:endParaRPr>
          </ns1:p>
        </ns0:txBody>
      </ns0:sp>
      <ns0:sp>
        <ns0:nvSpPr>
          <ns0:cNvPr id="6" name="Shape 4"/>
          <ns0:cNvSpPr/>
          <ns0:nvPr/>
        </ns0:nvSpPr>
        <ns0:spPr>
          <ns1:xfrm>
            <ns1:off x="533400" y="2571750"/>
            <ns1:ext cx="2324100" cy="1476375"/>
          </ns1:xfrm>
          <ns1:prstGeom prst="rect">
            <ns1:avLst/>
          </ns1:prstGeom>
          <ns1:solidFill>
            <ns1:srgbClr val="EEF3F9"/>
          </ns1:solidFill>
          <ns1:ln w="9525">
            <ns1:solidFill>
              <ns1:srgbClr val="EEF3F9"/>
            </ns1:solidFill>
            <ns1:prstDash val="solid"/>
          </ns1:ln>
        </ns0:spPr>
      </ns0:sp>
      <ns0:sp>
        <ns0:nvSpPr>
          <ns0:cNvPr id="7" name="Text 5"/>
          <ns0:cNvSpPr txBox="1"/>
          <ns0:nvPr/>
        </ns0:nvSpPr>
        <ns0:spPr>
          <ns1:xfrm>
            <ns1:off x="742950" y="2743200"/>
            <ns1:ext cx="1905000" cy="36195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1650" b="1" dirty="0">
                <ns1:solidFill>
                  <ns1:srgbClr val="2459A6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01</ns1:t>
            </ns1:r>
            <ns1:endParaRPr lang="ko-KR" sz="1650" dirty="0">
              <ns1:ea typeface="Pretendard"/>
            </ns1:endParaRPr>
          </ns1:p>
        </ns0:txBody>
      </ns0:sp>
      <ns0:sp>
        <ns0:nvSpPr>
          <ns0:cNvPr id="8" name="Text 6"/>
          <ns0:cNvSpPr txBox="1"/>
          <ns0:nvPr/>
        </ns0:nvSpPr>
        <ns0:spPr>
          <ns1:xfrm>
            <ns1:off x="742950" y="3314700"/>
            <ns1:ext cx="1905000" cy="4572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175" b="1" dirty="0">
                <ns1:solidFill>
                  <ns1:srgbClr val="192A40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상품 코드 조회</ns1:t>
            </ns1:r>
            <ns1:endParaRPr lang="ko-KR" sz="2175" dirty="0">
              <ns1:ea typeface="Pretendard"/>
            </ns1:endParaRPr>
          </ns1:p>
        </ns0:txBody>
      </ns0:sp>
      <ns0:sp>
        <ns0:nvSpPr>
          <ns0:cNvPr id="9" name="Shape 7"/>
          <ns0:cNvSpPr/>
          <ns0:nvPr/>
        </ns0:nvSpPr>
        <ns0:spPr>
          <ns1:xfrm>
            <ns1:off x="3467100" y="2571750"/>
            <ns1:ext cx="2324100" cy="1476375"/>
          </ns1:xfrm>
          <ns1:prstGeom prst="rect">
            <ns1:avLst/>
          </ns1:prstGeom>
          <ns1:solidFill>
            <ns1:srgbClr val="EEF3F9"/>
          </ns1:solidFill>
          <ns1:ln w="9525">
            <ns1:solidFill>
              <ns1:srgbClr val="EEF3F9"/>
            </ns1:solidFill>
            <ns1:prstDash val="solid"/>
          </ns1:ln>
        </ns0:spPr>
      </ns0:sp>
      <ns0:sp>
        <ns0:nvSpPr>
          <ns0:cNvPr id="10" name="Text 8"/>
          <ns0:cNvSpPr txBox="1"/>
          <ns0:nvPr/>
        </ns0:nvSpPr>
        <ns0:spPr>
          <ns1:xfrm>
            <ns1:off x="3676650" y="2743200"/>
            <ns1:ext cx="1905000" cy="36195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1650" b="1" dirty="0">
                <ns1:solidFill>
                  <ns1:srgbClr val="2459A6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02</ns1:t>
            </ns1:r>
            <ns1:endParaRPr lang="ko-KR" sz="1650" dirty="0">
              <ns1:ea typeface="Pretendard"/>
            </ns1:endParaRPr>
          </ns1:p>
        </ns0:txBody>
      </ns0:sp>
      <ns0:sp>
        <ns0:nvSpPr>
          <ns0:cNvPr id="11" name="Text 9"/>
          <ns0:cNvSpPr txBox="1"/>
          <ns0:nvPr/>
        </ns0:nvSpPr>
        <ns0:spPr>
          <ns1:xfrm>
            <ns1:off x="3676650" y="3314700"/>
            <ns1:ext cx="1905000" cy="4572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175" b="1" dirty="0">
                <ns1:solidFill>
                  <ns1:srgbClr val="192A40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상태 체크</ns1:t>
            </ns1:r>
            <ns1:endParaRPr lang="ko-KR" sz="2175" dirty="0">
              <ns1:ea typeface="Pretendard"/>
            </ns1:endParaRPr>
          </ns1:p>
        </ns0:txBody>
      </ns0:sp>
      <ns0:sp>
        <ns0:nvSpPr>
          <ns0:cNvPr id="12" name="Shape 10"/>
          <ns0:cNvSpPr/>
          <ns0:nvPr/>
        </ns0:nvSpPr>
        <ns0:spPr>
          <ns1:xfrm>
            <ns1:off x="6400800" y="2571750"/>
            <ns1:ext cx="2324100" cy="1476375"/>
          </ns1:xfrm>
          <ns1:prstGeom prst="rect">
            <ns1:avLst/>
          </ns1:prstGeom>
          <ns1:solidFill>
            <ns1:srgbClr val="EEF3F9"/>
          </ns1:solidFill>
          <ns1:ln w="9525">
            <ns1:solidFill>
              <ns1:srgbClr val="EEF3F9"/>
            </ns1:solidFill>
            <ns1:prstDash val="solid"/>
          </ns1:ln>
        </ns0:spPr>
      </ns0:sp>
      <ns0:sp>
        <ns0:nvSpPr>
          <ns0:cNvPr id="13" name="Text 11"/>
          <ns0:cNvSpPr txBox="1"/>
          <ns0:nvPr/>
        </ns0:nvSpPr>
        <ns0:spPr>
          <ns1:xfrm>
            <ns1:off x="6610350" y="2743200"/>
            <ns1:ext cx="1905000" cy="36195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1650" b="1" dirty="0">
                <ns1:solidFill>
                  <ns1:srgbClr val="2459A6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03</ns1:t>
            </ns1:r>
            <ns1:endParaRPr lang="ko-KR" sz="1650" dirty="0">
              <ns1:ea typeface="Pretendard"/>
            </ns1:endParaRPr>
          </ns1:p>
        </ns0:txBody>
      </ns0:sp>
      <ns0:sp>
        <ns0:nvSpPr>
          <ns0:cNvPr id="14" name="Text 12"/>
          <ns0:cNvSpPr txBox="1"/>
          <ns0:nvPr/>
        </ns0:nvSpPr>
        <ns0:spPr>
          <ns1:xfrm>
            <ns1:off x="6610350" y="3314700"/>
            <ns1:ext cx="1905000" cy="4572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175" b="1" dirty="0">
                <ns1:solidFill>
                  <ns1:srgbClr val="192A40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사진 첨부</ns1:t>
            </ns1:r>
            <ns1:endParaRPr lang="ko-KR" sz="2175" dirty="0">
              <ns1:ea typeface="Pretendard"/>
            </ns1:endParaRPr>
          </ns1:p>
        </ns0:txBody>
      </ns0:sp>
      <ns0:sp>
        <ns0:nvSpPr>
          <ns0:cNvPr id="15" name="Shape 13"/>
          <ns0:cNvSpPr/>
          <ns0:nvPr/>
        </ns0:nvSpPr>
        <ns0:spPr>
          <ns1:xfrm>
            <ns1:off x="9334500" y="2571750"/>
            <ns1:ext cx="2324100" cy="1476375"/>
          </ns1:xfrm>
          <ns1:prstGeom prst="rect">
            <ns1:avLst/>
          </ns1:prstGeom>
          <ns1:solidFill>
            <ns1:srgbClr val="EEF3F9"/>
          </ns1:solidFill>
          <ns1:ln w="9525">
            <ns1:solidFill>
              <ns1:srgbClr val="EEF3F9"/>
            </ns1:solidFill>
            <ns1:prstDash val="solid"/>
          </ns1:ln>
        </ns0:spPr>
      </ns0:sp>
      <ns0:sp>
        <ns0:nvSpPr>
          <ns0:cNvPr id="16" name="Text 14"/>
          <ns0:cNvSpPr txBox="1"/>
          <ns0:nvPr/>
        </ns0:nvSpPr>
        <ns0:spPr>
          <ns1:xfrm>
            <ns1:off x="9544050" y="2743200"/>
            <ns1:ext cx="1905000" cy="36195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1650" b="1" dirty="0">
                <ns1:solidFill>
                  <ns1:srgbClr val="2459A6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04</ns1:t>
            </ns1:r>
            <ns1:endParaRPr lang="ko-KR" sz="1650" dirty="0">
              <ns1:ea typeface="Pretendard"/>
            </ns1:endParaRPr>
          </ns1:p>
        </ns0:txBody>
      </ns0:sp>
      <ns0:sp>
        <ns0:nvSpPr>
          <ns0:cNvPr id="17" name="Text 15"/>
          <ns0:cNvSpPr txBox="1"/>
          <ns0:nvPr/>
        </ns0:nvSpPr>
        <ns0:spPr>
          <ns1:xfrm>
            <ns1:off x="9544050" y="3314700"/>
            <ns1:ext cx="1905000" cy="4572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175" b="1" dirty="0">
                <ns1:solidFill>
                  <ns1:srgbClr val="192A40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기록 저장</ns1:t>
            </ns1:r>
            <ns1:endParaRPr lang="ko-KR" sz="2175" dirty="0">
              <ns1:ea typeface="Pretendard"/>
            </ns1:endParaRPr>
          </ns1:p>
        </ns0:txBody>
      </ns0:sp>
      <ns0:sp>
        <ns0:nvSpPr>
          <ns0:cNvPr id="18" name="Shape 16"/>
          <ns0:cNvSpPr/>
          <ns0:nvPr/>
        </ns0:nvSpPr>
        <ns0:spPr>
          <ns1:xfrm>
            <ns1:off x="2933700" y="3305175"/>
            <ns1:ext cx="400050" cy="0"/>
          </ns1:xfrm>
          <ns1:prstGeom prst="line">
            <ns1:avLst/>
          </ns1:prstGeom>
          <ns1:noFill/>
          <ns1:ln w="19050">
            <ns1:solidFill>
              <ns1:srgbClr val="2459A6"/>
            </ns1:solidFill>
            <ns1:prstDash val="solid"/>
            <ns1:tailEnd type="triangle"/>
          </ns1:ln>
        </ns0:spPr>
      </ns0:sp>
      <ns0:sp>
        <ns0:nvSpPr>
          <ns0:cNvPr id="19" name="Shape 17"/>
          <ns0:cNvSpPr/>
          <ns0:nvPr/>
        </ns0:nvSpPr>
        <ns0:spPr>
          <ns1:xfrm>
            <ns1:off x="5867400" y="3305175"/>
            <ns1:ext cx="400050" cy="0"/>
          </ns1:xfrm>
          <ns1:prstGeom prst="line">
            <ns1:avLst/>
          </ns1:prstGeom>
          <ns1:noFill/>
          <ns1:ln w="19050">
            <ns1:solidFill>
              <ns1:srgbClr val="2459A6"/>
            </ns1:solidFill>
            <ns1:prstDash val="solid"/>
            <ns1:tailEnd type="triangle"/>
          </ns1:ln>
        </ns0:spPr>
      </ns0:sp>
      <ns0:sp>
        <ns0:nvSpPr>
          <ns0:cNvPr id="20" name="Shape 18"/>
          <ns0:cNvSpPr/>
          <ns0:nvPr/>
        </ns0:nvSpPr>
        <ns0:spPr>
          <ns1:xfrm>
            <ns1:off x="8801100" y="3305175"/>
            <ns1:ext cx="400050" cy="0"/>
          </ns1:xfrm>
          <ns1:prstGeom prst="line">
            <ns1:avLst/>
          </ns1:prstGeom>
          <ns1:noFill/>
          <ns1:ln w="19050">
            <ns1:solidFill>
              <ns1:srgbClr val="2459A6"/>
            </ns1:solidFill>
            <ns1:prstDash val="solid"/>
            <ns1:tailEnd type="triangle"/>
          </ns1:ln>
        </ns0:spPr>
      </ns0:sp>
      <ns0:sp>
        <ns0:nvSpPr>
          <ns0:cNvPr id="21" name="Shape 19"/>
          <ns0:cNvSpPr/>
          <ns0:nvPr/>
        </ns0:nvSpPr>
        <ns0:spPr>
          <ns1:xfrm>
            <ns1:off x="533400" y="4695825"/>
            <ns1:ext cx="11125200" cy="0"/>
          </ns1:xfrm>
          <ns1:prstGeom prst="line">
            <ns1:avLst/>
          </ns1:prstGeom>
          <ns1:noFill/>
          <ns1:ln w="19050">
            <ns1:solidFill>
              <ns1:srgbClr val="2459A6"/>
            </ns1:solidFill>
            <ns1:prstDash val="solid"/>
          </ns1:ln>
        </ns0:spPr>
      </ns0:sp>
      <ns0:sp>
        <ns0:nvSpPr>
          <ns0:cNvPr id="22" name="Text 20"/>
          <ns0:cNvSpPr txBox="1"/>
          <ns0:nvPr/>
        </ns0:nvSpPr>
        <ns0:spPr>
          <ns1:xfrm>
            <ns1:off x="533400" y="5048250"/>
            <ns1:ext cx="6762750" cy="428625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250" b="1" dirty="0">
                <ns1:solidFill>
                  <ns1:srgbClr val="192A40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담당자 최종 검수 확정</ns1:t>
            </ns1:r>
            <ns1:endParaRPr lang="ko-KR" sz="2250" dirty="0">
              <ns1:ea typeface="Pretendard"/>
            </ns1:endParaRPr>
          </ns1:p>
        </ns0:txBody>
      </ns0:sp>
      <ns0:sp>
        <ns0:nvSpPr>
          <ns0:cNvPr id="23" name="Text 21"/>
          <ns0:cNvSpPr txBox="1"/>
          <ns0:nvPr/>
        </ns0:nvSpPr>
        <ns0:spPr>
          <ns1:xfrm>
            <ns1:off x="8572500" y="5076825"/>
            <ns1:ext cx="3086100" cy="40005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025" b="1" dirty="0">
                <ns1:solidFill>
                  <ns1:srgbClr val="2459A6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자동 환불 없음</ns1:t>
            </ns1:r>
            <ns1:endParaRPr lang="ko-KR" sz="2025" dirty="0">
              <ns1:ea typeface="Pretendard"/>
            </ns1:endParaRPr>
          </ns1:p>
        </ns0:txBody>
      </ns0:sp>
    </ns0:spTree>
  </ns0:cSld>
  <ns0:clrMapOvr>
    <ns1:masterClrMapping/>
  </ns0:clrMapOvr>
</ns0:sld>
</file>

<file path=ppt/slides/slide4.xml><?xml version="1.0" encoding="utf-8"?>
<ns0:sld xmlns:ns0="http://schemas.openxmlformats.org/presentationml/2006/main" xmlns:ns1="http://schemas.openxmlformats.org/drawingml/2006/main" xmlns:ns2="http://schemas.microsoft.com/office/powerpoint/2010/main">
  <ns0:cSld name="Slide 4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533400" y="285750"/>
            <ns1:ext cx="11125200" cy="2286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975" dirty="0">
                <ns1:solidFill>
                  <ns1:srgbClr val="526174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03 · 각 20건 비교</ns1:t>
            </ns1:r>
            <ns1:endParaRPr lang="ko-KR" sz="975" dirty="0">
              <ns1:ea typeface="Pretendard"/>
            </ns1:endParaRPr>
          </ns1:p>
        </ns0:txBody>
      </ns0:sp>
      <ns0:sp>
        <ns0:nvSpPr>
          <ns0:cNvPr id="3" name="Text 1"/>
          <ns0:cNvSpPr txBox="1"/>
          <ns0:nvPr/>
        </ns0:nvSpPr>
        <ns0:spPr>
          <ns1:xfrm>
            <ns1:off x="533400" y="752475"/>
            <ns1:ext cx="11125200" cy="6096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3300" b="1" dirty="0">
                <ns1:solidFill>
                  <ns1:srgbClr val="192A40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연습 수치 비교</ns1:t>
            </ns1:r>
            <ns1:endParaRPr lang="ko-KR" sz="3300" dirty="0">
              <ns1:ea typeface="Pretendard"/>
            </ns1:endParaRPr>
          </ns1:p>
        </ns0:txBody>
      </ns0:sp>
      <ns0:sp>
        <ns0:nvSpPr>
          <ns0:cNvPr id="4" name="Text 2"/>
          <ns0:cNvSpPr txBox="1"/>
          <ns0:nvPr/>
        </ns0:nvSpPr>
        <ns0:spPr>
          <ns1:xfrm>
            <ns1:off x="10668000" y="6438900"/>
            <ns1:ext cx="990600" cy="1905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buNone/>
            </ns1:pPr>
            <ns1:r>
              <ns1:rPr lang="ko-KR" sz="975" dirty="0">
                <ns1:solidFill>
                  <ns1:srgbClr val="526174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4 / 6</ns1:t>
            </ns1:r>
            <ns1:endParaRPr lang="ko-KR" sz="975" dirty="0">
              <ns1:ea typeface="Pretendard"/>
            </ns1:endParaRPr>
          </ns1:p>
        </ns0:txBody>
      </ns0:sp>
      <ns0:sp>
        <ns0:nvSpPr>
          <ns0:cNvPr id="5" name="Text 3"/>
          <ns0:cNvSpPr txBox="1"/>
          <ns0:nvPr/>
        </ns0:nvSpPr>
        <ns0:spPr>
          <ns1:xfrm>
            <ns1:off x="533400" y="1514475"/>
            <ns1:ext cx="11125200" cy="4191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025" dirty="0">
                <ns1:solidFill>
                  <ns1:srgbClr val="526174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건당 평균 시간과 입력 누락을 같은 기준으로 비교</ns1:t>
            </ns1:r>
            <ns1:endParaRPr lang="ko-KR" sz="2025" dirty="0">
              <ns1:ea typeface="Pretendard"/>
            </ns1:endParaRPr>
          </ns1:p>
        </ns0:txBody>
      </ns0:sp>
      <ns0:graphicFrame>
        <ns0:nvGraphicFramePr>
          <ns0:cNvPr id="5" name="Table 0"/>
          <ns0:cNvGraphicFramePr>
            <ns1:graphicFrameLocks noGrp="1"/>
          </ns0:cNvGraphicFramePr>
          <ns0:nvPr>
            <ns0:extLst>
              <ns0:ext uri="{D42A27DB-BD31-4B8C-83A1-F6EECF244321}">
                <ns2:modId val="1579011935"/>
              </ns0:ext>
            </ns0:extLst>
          </ns0:nvPr>
        </ns0:nvGraphicFramePr>
        <ns0:xfrm>
          <ns1:off x="533400" y="2333625"/>
          <ns1:ext cx="11125200" cy="2400300"/>
        </ns0:xfrm>
        <ns1:graphic>
          <ns1:graphicData uri="http://schemas.openxmlformats.org/drawingml/2006/table">
            <ns1:tbl>
              <ns1:tblPr/>
              <ns1:tblGrid>
                <ns1:gridCol w="3708400"/>
                <ns1:gridCol w="3708400"/>
                <ns1:gridCol w="3708400"/>
              </ns1:tblGrid>
              <ns1:tr h="800100">
                <ns1:tc>
                  <ns1:txBody>
                    <ns1:bodyPr/>
                    <ns1:lstStyle/>
                    <ns1:p>
                      <ns1:pPr indent="0" marL="0">
                        <ns1:buNone/>
                      </ns1:pPr>
                      <ns1:r>
                        <ns1:rPr lang="ko-KR" sz="2250" dirty="0">
                          <ns1:solidFill>
                            <ns1:srgbClr val="192A40"/>
                          </ns1:solidFill>
                          <ns1:latin typeface="Pretendard" pitchFamily="34" charset="0"/>
                          <ns1:ea typeface="Pretendard" pitchFamily="34" charset="-122"/>
                          <ns1:cs typeface="Pretendard" pitchFamily="34" charset="-120"/>
                        </ns1:rPr>
                        <ns1:t>지표</ns1:t>
                      </ns1:r>
                      <ns1:endParaRPr lang="ko-KR" sz="2250" dirty="0">
                        <ns1:latin typeface="Pretendard" charset="0"/>
                        <ns1:ea typeface="Pretendard" charset="0"/>
                        <ns1:cs typeface="Pretendard" charset="0"/>
                      </ns1:endParaRPr>
                    </ns1:p>
                  </ns1:txBody>
                  <ns1:tcPr marL="76200" marR="76200" marT="76200" marB="76200">
                    <ns1:lnL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indent="0" marL="0">
                        <ns1:buNone/>
                      </ns1:pPr>
                      <ns1:r>
                        <ns1:rPr lang="ko-KR" sz="2250" dirty="0">
                          <ns1:solidFill>
                            <ns1:srgbClr val="192A40"/>
                          </ns1:solidFill>
                          <ns1:latin typeface="Pretendard" pitchFamily="34" charset="0"/>
                          <ns1:ea typeface="Pretendard" pitchFamily="34" charset="-122"/>
                          <ns1:cs typeface="Pretendard" pitchFamily="34" charset="-120"/>
                        </ns1:rPr>
                        <ns1:t>기존 20건</ns1:t>
                      </ns1:r>
                      <ns1:endParaRPr lang="ko-KR" sz="2250" dirty="0">
                        <ns1:latin typeface="Pretendard" charset="0"/>
                        <ns1:ea typeface="Pretendard" charset="0"/>
                        <ns1:cs typeface="Pretendard" charset="0"/>
                      </ns1:endParaRPr>
                    </ns1:p>
                  </ns1:txBody>
                  <ns1:tcPr marL="76200" marR="76200" marT="76200" marB="76200">
                    <ns1:lnL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indent="0" marL="0">
                        <ns1:buNone/>
                      </ns1:pPr>
                      <ns1:r>
                        <ns1:rPr lang="ko-KR" sz="2250" dirty="0">
                          <ns1:solidFill>
                            <ns1:srgbClr val="192A40"/>
                          </ns1:solidFill>
                          <ns1:latin typeface="Pretendard" pitchFamily="34" charset="0"/>
                          <ns1:ea typeface="Pretendard" pitchFamily="34" charset="-122"/>
                          <ns1:cs typeface="Pretendard" pitchFamily="34" charset="-120"/>
                        </ns1:rPr>
                        <ns1:t>개선 20건</ns1:t>
                      </ns1:r>
                      <ns1:endParaRPr lang="ko-KR" sz="2250" dirty="0">
                        <ns1:latin typeface="Pretendard" charset="0"/>
                        <ns1:ea typeface="Pretendard" charset="0"/>
                        <ns1:cs typeface="Pretendard" charset="0"/>
                      </ns1:endParaRPr>
                    </ns1:p>
                  </ns1:txBody>
                  <ns1:tcPr marL="76200" marR="76200" marT="76200" marB="76200">
                    <ns1:lnL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solidFill>
                      <ns1:srgbClr val="FFFFFF"/>
                    </ns1:solidFill>
                  </ns1:tcPr>
                </ns1:tc>
              </ns1:tr>
              <ns1:tr h="800100">
                <ns1:tc>
                  <ns1:txBody>
                    <ns1:bodyPr/>
                    <ns1:lstStyle/>
                    <ns1:p>
                      <ns1:pPr indent="0" marL="0">
                        <ns1:buNone/>
                      </ns1:pPr>
                      <ns1:r>
                        <ns1:rPr lang="ko-KR" sz="2250" dirty="0">
                          <ns1:solidFill>
                            <ns1:srgbClr val="192A40"/>
                          </ns1:solidFill>
                          <ns1:latin typeface="Pretendard" pitchFamily="34" charset="0"/>
                          <ns1:ea typeface="Pretendard" pitchFamily="34" charset="-122"/>
                          <ns1:cs typeface="Pretendard" pitchFamily="34" charset="-120"/>
                        </ns1:rPr>
                        <ns1:t>건당 평균 시간</ns1:t>
                      </ns1:r>
                      <ns1:endParaRPr lang="ko-KR" sz="2250" dirty="0">
                        <ns1:latin typeface="Pretendard" charset="0"/>
                        <ns1:ea typeface="Pretendard" charset="0"/>
                        <ns1:cs typeface="Pretendard" charset="0"/>
                      </ns1:endParaRPr>
                    </ns1:p>
                  </ns1:txBody>
                  <ns1:tcPr marL="76200" marR="76200" marT="76200" marB="76200">
                    <ns1:lnL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indent="0" marL="0">
                        <ns1:buNone/>
                      </ns1:pPr>
                      <ns1:r>
                        <ns1:rPr lang="ko-KR" sz="2250" dirty="0">
                          <ns1:solidFill>
                            <ns1:srgbClr val="192A40"/>
                          </ns1:solidFill>
                          <ns1:latin typeface="Pretendard" pitchFamily="34" charset="0"/>
                          <ns1:ea typeface="Pretendard" pitchFamily="34" charset="-122"/>
                          <ns1:cs typeface="Pretendard" pitchFamily="34" charset="-120"/>
                        </ns1:rPr>
                        <ns1:t>16분</ns1:t>
                      </ns1:r>
                      <ns1:endParaRPr lang="ko-KR" sz="2250" dirty="0">
                        <ns1:latin typeface="Pretendard" charset="0"/>
                        <ns1:ea typeface="Pretendard" charset="0"/>
                        <ns1:cs typeface="Pretendard" charset="0"/>
                      </ns1:endParaRPr>
                    </ns1:p>
                  </ns1:txBody>
                  <ns1:tcPr marL="76200" marR="76200" marT="76200" marB="76200">
                    <ns1:lnL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indent="0" marL="0">
                        <ns1:buNone/>
                      </ns1:pPr>
                      <ns1:r>
                        <ns1:rPr lang="ko-KR" sz="2250" dirty="0">
                          <ns1:solidFill>
                            <ns1:srgbClr val="192A40"/>
                          </ns1:solidFill>
                          <ns1:latin typeface="Pretendard" pitchFamily="34" charset="0"/>
                          <ns1:ea typeface="Pretendard" pitchFamily="34" charset="-122"/>
                          <ns1:cs typeface="Pretendard" pitchFamily="34" charset="-120"/>
                        </ns1:rPr>
                        <ns1:t>9분</ns1:t>
                      </ns1:r>
                      <ns1:endParaRPr lang="ko-KR" sz="2250" dirty="0">
                        <ns1:latin typeface="Pretendard" charset="0"/>
                        <ns1:ea typeface="Pretendard" charset="0"/>
                        <ns1:cs typeface="Pretendard" charset="0"/>
                      </ns1:endParaRPr>
                    </ns1:p>
                  </ns1:txBody>
                  <ns1:tcPr marL="76200" marR="76200" marT="76200" marB="76200">
                    <ns1:lnL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solidFill>
                      <ns1:srgbClr val="FFFFFF"/>
                    </ns1:solidFill>
                  </ns1:tcPr>
                </ns1:tc>
              </ns1:tr>
              <ns1:tr h="800100">
                <ns1:tc>
                  <ns1:txBody>
                    <ns1:bodyPr/>
                    <ns1:lstStyle/>
                    <ns1:p>
                      <ns1:pPr indent="0" marL="0">
                        <ns1:buNone/>
                      </ns1:pPr>
                      <ns1:r>
                        <ns1:rPr lang="ko-KR" sz="2250" dirty="0">
                          <ns1:solidFill>
                            <ns1:srgbClr val="192A40"/>
                          </ns1:solidFill>
                          <ns1:latin typeface="Pretendard" pitchFamily="34" charset="0"/>
                          <ns1:ea typeface="Pretendard" pitchFamily="34" charset="-122"/>
                          <ns1:cs typeface="Pretendard" pitchFamily="34" charset="-120"/>
                        </ns1:rPr>
                        <ns1:t>입력 누락</ns1:t>
                      </ns1:r>
                      <ns1:endParaRPr lang="ko-KR" sz="2250" dirty="0">
                        <ns1:latin typeface="Pretendard" charset="0"/>
                        <ns1:ea typeface="Pretendard" charset="0"/>
                        <ns1:cs typeface="Pretendard" charset="0"/>
                      </ns1:endParaRPr>
                    </ns1:p>
                  </ns1:txBody>
                  <ns1:tcPr marL="76200" marR="76200" marT="76200" marB="76200">
                    <ns1:lnL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indent="0" marL="0">
                        <ns1:buNone/>
                      </ns1:pPr>
                      <ns1:r>
                        <ns1:rPr lang="ko-KR" sz="2250" dirty="0">
                          <ns1:solidFill>
                            <ns1:srgbClr val="192A40"/>
                          </ns1:solidFill>
                          <ns1:latin typeface="Pretendard" pitchFamily="34" charset="0"/>
                          <ns1:ea typeface="Pretendard" pitchFamily="34" charset="-122"/>
                          <ns1:cs typeface="Pretendard" pitchFamily="34" charset="-120"/>
                        </ns1:rPr>
                        <ns1:t>7건</ns1:t>
                      </ns1:r>
                      <ns1:endParaRPr lang="ko-KR" sz="2250" dirty="0">
                        <ns1:latin typeface="Pretendard" charset="0"/>
                        <ns1:ea typeface="Pretendard" charset="0"/>
                        <ns1:cs typeface="Pretendard" charset="0"/>
                      </ns1:endParaRPr>
                    </ns1:p>
                  </ns1:txBody>
                  <ns1:tcPr marL="76200" marR="76200" marT="76200" marB="76200">
                    <ns1:lnL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indent="0" marL="0">
                        <ns1:buNone/>
                      </ns1:pPr>
                      <ns1:r>
                        <ns1:rPr lang="ko-KR" sz="2250" dirty="0">
                          <ns1:solidFill>
                            <ns1:srgbClr val="192A40"/>
                          </ns1:solidFill>
                          <ns1:latin typeface="Pretendard" pitchFamily="34" charset="0"/>
                          <ns1:ea typeface="Pretendard" pitchFamily="34" charset="-122"/>
                          <ns1:cs typeface="Pretendard" pitchFamily="34" charset="-120"/>
                        </ns1:rPr>
                        <ns1:t>3건</ns1:t>
                      </ns1:r>
                      <ns1:endParaRPr lang="ko-KR" sz="2250" dirty="0">
                        <ns1:latin typeface="Pretendard" charset="0"/>
                        <ns1:ea typeface="Pretendard" charset="0"/>
                        <ns1:cs typeface="Pretendard" charset="0"/>
                      </ns1:endParaRPr>
                    </ns1:p>
                  </ns1:txBody>
                  <ns1:tcPr marL="76200" marR="76200" marT="76200" marB="76200">
                    <ns1:lnL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9525" cap="flat" cmpd="sng" algn="ctr">
                      <ns1:solidFill>
                        <ns1:srgbClr val="CDD6E1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solidFill>
                      <ns1:srgbClr val="FFFFFF"/>
                    </ns1:solidFill>
                  </ns1:tcPr>
                </ns1:tc>
              </ns1:tr>
            </ns1:tbl>
          </ns1:graphicData>
        </ns1:graphic>
      </ns0:graphicFrame>
      <ns0:sp>
        <ns0:nvSpPr>
          <ns0:cNvPr id="7" name="Shape 4"/>
          <ns0:cNvSpPr/>
          <ns0:nvPr/>
        </ns0:nvSpPr>
        <ns0:spPr>
          <ns1:xfrm>
            <ns1:off x="533400" y="5153025"/>
            <ns1:ext cx="11125200" cy="895350"/>
          </ns1:xfrm>
          <ns1:prstGeom prst="rect">
            <ns1:avLst/>
          </ns1:prstGeom>
          <ns1:solidFill>
            <ns1:srgbClr val="EEF3F9"/>
          </ns1:solidFill>
          <ns1:ln w="9525">
            <ns1:solidFill>
              <ns1:srgbClr val="EEF3F9"/>
            </ns1:solidFill>
            <ns1:prstDash val="solid"/>
          </ns1:ln>
        </ns0:spPr>
      </ns0:sp>
      <ns0:sp>
        <ns0:nvSpPr>
          <ns0:cNvPr id="8" name="Text 5"/>
          <ns0:cNvSpPr txBox="1"/>
          <ns0:nvPr/>
        </ns0:nvSpPr>
        <ns0:spPr>
          <ns1:xfrm>
            <ns1:off x="762000" y="5257800"/>
            <ns1:ext cx="10477500" cy="333375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1875" b="1" dirty="0">
                <ns1:solidFill>
                  <ns1:srgbClr val="2459A6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가상 연습 자료 · 소규모 표본</ns1:t>
            </ns1:r>
            <ns1:endParaRPr lang="ko-KR" sz="1875" dirty="0">
              <ns1:ea typeface="Pretendard"/>
            </ns1:endParaRPr>
          </ns1:p>
        </ns0:txBody>
      </ns0:sp>
      <ns0:sp>
        <ns0:nvSpPr>
          <ns0:cNvPr id="9" name="Text 6"/>
          <ns0:cNvSpPr txBox="1"/>
          <ns0:nvPr/>
        </ns0:nvSpPr>
        <ns0:spPr>
          <ns1:xfrm>
            <ns1:off x="762000" y="5610225"/>
            <ns1:ext cx="10477500" cy="3429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1800" dirty="0">
                <ns1:solidFill>
                  <ns1:srgbClr val="192A40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관찰된 차이를 일반 성능으로 확대하지 않습니다.</ns1:t>
            </ns1:r>
            <ns1:endParaRPr lang="ko-KR" sz="1800" dirty="0">
              <ns1:ea typeface="Pretendard"/>
            </ns1:endParaRPr>
          </ns1:p>
        </ns0:txBody>
      </ns0:sp>
    </ns0:spTree>
  </ns0:cSld>
  <ns0:clrMapOvr>
    <ns1:masterClrMapping/>
  </ns0:clrMapOvr>
</ns0:sld>
</file>

<file path=ppt/slides/slide5.xml><?xml version="1.0" encoding="utf-8"?>
<ns0:sld xmlns:ns0="http://schemas.openxmlformats.org/presentationml/2006/main" xmlns:ns1="http://schemas.openxmlformats.org/drawingml/2006/main">
  <ns0:cSld name="Slide 5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533400" y="285750"/>
            <ns1:ext cx="11125200" cy="2286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975" dirty="0">
                <ns1:solidFill>
                  <ns1:srgbClr val="526174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04 · 판단 기준</ns1:t>
            </ns1:r>
            <ns1:endParaRPr lang="ko-KR" sz="975" dirty="0">
              <ns1:ea typeface="Pretendard"/>
            </ns1:endParaRPr>
          </ns1:p>
        </ns0:txBody>
      </ns0:sp>
      <ns0:sp>
        <ns0:nvSpPr>
          <ns0:cNvPr id="3" name="Text 1"/>
          <ns0:cNvSpPr txBox="1"/>
          <ns0:nvPr/>
        </ns0:nvSpPr>
        <ns0:spPr>
          <ns1:xfrm>
            <ns1:off x="533400" y="752475"/>
            <ns1:ext cx="11125200" cy="6096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3300" b="1" dirty="0">
                <ns1:solidFill>
                  <ns1:srgbClr val="192A40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적용 범위와 한계</ns1:t>
            </ns1:r>
            <ns1:endParaRPr lang="ko-KR" sz="3300" dirty="0">
              <ns1:ea typeface="Pretendard"/>
            </ns1:endParaRPr>
          </ns1:p>
        </ns0:txBody>
      </ns0:sp>
      <ns0:sp>
        <ns0:nvSpPr>
          <ns0:cNvPr id="4" name="Text 2"/>
          <ns0:cNvSpPr txBox="1"/>
          <ns0:nvPr/>
        </ns0:nvSpPr>
        <ns0:spPr>
          <ns1:xfrm>
            <ns1:off x="10668000" y="6438900"/>
            <ns1:ext cx="990600" cy="1905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buNone/>
            </ns1:pPr>
            <ns1:r>
              <ns1:rPr lang="ko-KR" sz="975" dirty="0">
                <ns1:solidFill>
                  <ns1:srgbClr val="526174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5 / 6</ns1:t>
            </ns1:r>
            <ns1:endParaRPr lang="ko-KR" sz="975" dirty="0">
              <ns1:ea typeface="Pretendard"/>
            </ns1:endParaRPr>
          </ns1:p>
        </ns0:txBody>
      </ns0:sp>
      <ns0:sp>
        <ns0:nvSpPr>
          <ns0:cNvPr id="5" name="Text 3"/>
          <ns0:cNvSpPr txBox="1"/>
          <ns0:nvPr/>
        </ns0:nvSpPr>
        <ns0:spPr>
          <ns1:xfrm>
            <ns1:off x="533400" y="1514475"/>
            <ns1:ext cx="11125200" cy="4191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025" dirty="0">
                <ns1:solidFill>
                  <ns1:srgbClr val="526174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좋아진 기록 방식과 검증해야 할 성능을 구분</ns1:t>
            </ns1:r>
            <ns1:endParaRPr lang="ko-KR" sz="2025" dirty="0">
              <ns1:ea typeface="Pretendard"/>
            </ns1:endParaRPr>
          </ns1:p>
        </ns0:txBody>
      </ns0:sp>
      <ns0:sp>
        <ns0:nvSpPr>
          <ns0:cNvPr id="6" name="Text 4"/>
          <ns0:cNvSpPr txBox="1"/>
          <ns0:nvPr/>
        </ns0:nvSpPr>
        <ns0:spPr>
          <ns1:xfrm>
            <ns1:off x="533400" y="2381250"/>
            <ns1:ext cx="2667000" cy="47625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175" b="1" dirty="0">
                <ns1:solidFill>
                  <ns1:srgbClr val="2459A6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자료 성격</ns1:t>
            </ns1:r>
            <ns1:endParaRPr lang="ko-KR" sz="2175" dirty="0">
              <ns1:ea typeface="Pretendard"/>
            </ns1:endParaRPr>
          </ns1:p>
        </ns0:txBody>
      </ns0:sp>
      <ns0:sp>
        <ns0:nvSpPr>
          <ns0:cNvPr id="7" name="Text 5"/>
          <ns0:cNvSpPr txBox="1"/>
          <ns0:nvPr/>
        </ns0:nvSpPr>
        <ns0:spPr>
          <ns1:xfrm>
            <ns1:off x="3667125" y="2333625"/>
            <ns1:ext cx="7810500" cy="809625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100" dirty="0">
                <ns1:solidFill>
                  <ns1:srgbClr val="192A40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가상 연습 자료</ns1:t>
            </ns1:r>
            <ns1:endParaRPr lang="ko-KR" sz="2100" dirty="0">
              <ns1:ea typeface="Pretendard"/>
            </ns1:endParaRPr>
          </ns1:p>
          <ns1:p>
            <ns1:pPr algn="l" indent="0" marL="0">
              <ns1:buNone/>
            </ns1:pPr>
            <ns1:r>
              <ns1:rPr lang="ko-KR" sz="2100" dirty="0">
                <ns1:solidFill>
                  <ns1:srgbClr val="192A40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실제 고객·운영 실적이 아님</ns1:t>
            </ns1:r>
            <ns1:endParaRPr lang="ko-KR" sz="2100" dirty="0">
              <ns1:ea typeface="Pretendard"/>
            </ns1:endParaRPr>
          </ns1:p>
        </ns0:txBody>
      </ns0:sp>
      <ns0:sp>
        <ns0:nvSpPr>
          <ns0:cNvPr id="8" name="Shape 6"/>
          <ns0:cNvSpPr/>
          <ns0:nvPr/>
        </ns0:nvSpPr>
        <ns0:spPr>
          <ns1:xfrm>
            <ns1:off x="533400" y="3390900"/>
            <ns1:ext cx="11125200" cy="0"/>
          </ns1:xfrm>
          <ns1:prstGeom prst="line">
            <ns1:avLst/>
          </ns1:prstGeom>
          <ns1:noFill/>
          <ns1:ln w="19050">
            <ns1:solidFill>
              <ns1:srgbClr val="2459A6"/>
            </ns1:solidFill>
            <ns1:prstDash val="solid"/>
          </ns1:ln>
        </ns0:spPr>
      </ns0:sp>
      <ns0:sp>
        <ns0:nvSpPr>
          <ns0:cNvPr id="9" name="Text 7"/>
          <ns0:cNvSpPr txBox="1"/>
          <ns0:nvPr/>
        </ns0:nvSpPr>
        <ns0:spPr>
          <ns1:xfrm>
            <ns1:off x="533400" y="3657600"/>
            <ns1:ext cx="2667000" cy="47625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175" b="1" dirty="0">
                <ns1:solidFill>
                  <ns1:srgbClr val="2459A6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검증 범위</ns1:t>
            </ns1:r>
            <ns1:endParaRPr lang="ko-KR" sz="2175" dirty="0">
              <ns1:ea typeface="Pretendard"/>
            </ns1:endParaRPr>
          </ns1:p>
        </ns0:txBody>
      </ns0:sp>
      <ns0:sp>
        <ns0:nvSpPr>
          <ns0:cNvPr id="10" name="Text 8"/>
          <ns0:cNvSpPr txBox="1"/>
          <ns0:nvPr/>
        </ns0:nvSpPr>
        <ns0:spPr>
          <ns1:xfrm>
            <ns1:off x="3667125" y="3609975"/>
            <ns1:ext cx="7810500" cy="809625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100" dirty="0">
                <ns1:solidFill>
                  <ns1:srgbClr val="192A40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기존·개선 각 20건</ns1:t>
            </ns1:r>
            <ns1:endParaRPr lang="ko-KR" sz="2100" dirty="0">
              <ns1:ea typeface="Pretendard"/>
            </ns1:endParaRPr>
          </ns1:p>
          <ns1:p>
            <ns1:pPr algn="l" indent="0" marL="0">
              <ns1:buNone/>
            </ns1:pPr>
            <ns1:r>
              <ns1:rPr lang="ko-KR" sz="2100" dirty="0">
                <ns1:solidFill>
                  <ns1:srgbClr val="192A40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일반 성능으로 확대하지 않음</ns1:t>
            </ns1:r>
            <ns1:endParaRPr lang="ko-KR" sz="2100" dirty="0">
              <ns1:ea typeface="Pretendard"/>
            </ns1:endParaRPr>
          </ns1:p>
        </ns0:txBody>
      </ns0:sp>
      <ns0:sp>
        <ns0:nvSpPr>
          <ns0:cNvPr id="11" name="Shape 9"/>
          <ns0:cNvSpPr/>
          <ns0:nvPr/>
        </ns0:nvSpPr>
        <ns0:spPr>
          <ns1:xfrm>
            <ns1:off x="533400" y="4667250"/>
            <ns1:ext cx="11125200" cy="0"/>
          </ns1:xfrm>
          <ns1:prstGeom prst="line">
            <ns1:avLst/>
          </ns1:prstGeom>
          <ns1:noFill/>
          <ns1:ln w="19050">
            <ns1:solidFill>
              <ns1:srgbClr val="2459A6"/>
            </ns1:solidFill>
            <ns1:prstDash val="solid"/>
          </ns1:ln>
        </ns0:spPr>
      </ns0:sp>
      <ns0:sp>
        <ns0:nvSpPr>
          <ns0:cNvPr id="12" name="Text 10"/>
          <ns0:cNvSpPr txBox="1"/>
          <ns0:nvPr/>
        </ns0:nvSpPr>
        <ns0:spPr>
          <ns1:xfrm>
            <ns1:off x="533400" y="4933950"/>
            <ns1:ext cx="2667000" cy="47625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175" b="1" dirty="0">
                <ns1:solidFill>
                  <ns1:srgbClr val="2459A6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업무 책임</ns1:t>
            </ns1:r>
            <ns1:endParaRPr lang="ko-KR" sz="2175" dirty="0">
              <ns1:ea typeface="Pretendard"/>
            </ns1:endParaRPr>
          </ns1:p>
        </ns0:txBody>
      </ns0:sp>
      <ns0:sp>
        <ns0:nvSpPr>
          <ns0:cNvPr id="13" name="Text 11"/>
          <ns0:cNvSpPr txBox="1"/>
          <ns0:nvPr/>
        </ns0:nvSpPr>
        <ns0:spPr>
          <ns1:xfrm>
            <ns1:off x="3667125" y="4886325"/>
            <ns1:ext cx="7810500" cy="809625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100" dirty="0">
                <ns1:solidFill>
                  <ns1:srgbClr val="192A40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담당자가 최종 검수 확정</ns1:t>
            </ns1:r>
            <ns1:endParaRPr lang="ko-KR" sz="2100" dirty="0">
              <ns1:ea typeface="Pretendard"/>
            </ns1:endParaRPr>
          </ns1:p>
          <ns1:p>
            <ns1:pPr algn="l" indent="0" marL="0">
              <ns1:buNone/>
            </ns1:pPr>
            <ns1:r>
              <ns1:rPr lang="ko-KR" sz="2100" dirty="0">
                <ns1:solidFill>
                  <ns1:srgbClr val="192A40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자동 환불은 수행하지 않음</ns1:t>
            </ns1:r>
            <ns1:endParaRPr lang="ko-KR" sz="2100" dirty="0">
              <ns1:ea typeface="Pretendard"/>
            </ns1:endParaRPr>
          </ns1:p>
        </ns0:txBody>
      </ns0:sp>
    </ns0:spTree>
  </ns0:cSld>
  <ns0:clrMapOvr>
    <ns1:masterClrMapping/>
  </ns0:clrMapOvr>
</ns0:sld>
</file>

<file path=ppt/slides/slide6.xml><?xml version="1.0" encoding="utf-8"?>
<ns0:sld xmlns:ns0="http://schemas.openxmlformats.org/presentationml/2006/main" xmlns:ns1="http://schemas.openxmlformats.org/drawingml/2006/main">
  <ns0:cSld name="Slide 6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533400" y="285750"/>
            <ns1:ext cx="11125200" cy="2286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975" dirty="0">
                <ns1:solidFill>
                  <ns1:srgbClr val="526174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05 · 시험 운영</ns1:t>
            </ns1:r>
            <ns1:endParaRPr lang="ko-KR" sz="975" dirty="0">
              <ns1:ea typeface="Pretendard"/>
            </ns1:endParaRPr>
          </ns1:p>
        </ns0:txBody>
      </ns0:sp>
      <ns0:sp>
        <ns0:nvSpPr>
          <ns0:cNvPr id="3" name="Text 1"/>
          <ns0:cNvSpPr txBox="1"/>
          <ns0:nvPr/>
        </ns0:nvSpPr>
        <ns0:spPr>
          <ns1:xfrm>
            <ns1:off x="533400" y="752475"/>
            <ns1:ext cx="11125200" cy="6096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3300" b="1" dirty="0">
                <ns1:solidFill>
                  <ns1:srgbClr val="192A40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다음 단계</ns1:t>
            </ns1:r>
            <ns1:endParaRPr lang="ko-KR" sz="3300" dirty="0">
              <ns1:ea typeface="Pretendard"/>
            </ns1:endParaRPr>
          </ns1:p>
        </ns0:txBody>
      </ns0:sp>
      <ns0:sp>
        <ns0:nvSpPr>
          <ns0:cNvPr id="4" name="Text 2"/>
          <ns0:cNvSpPr txBox="1"/>
          <ns0:nvPr/>
        </ns0:nvSpPr>
        <ns0:spPr>
          <ns1:xfrm>
            <ns1:off x="10668000" y="6438900"/>
            <ns1:ext cx="990600" cy="1905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buNone/>
            </ns1:pPr>
            <ns1:r>
              <ns1:rPr lang="ko-KR" sz="975" dirty="0">
                <ns1:solidFill>
                  <ns1:srgbClr val="526174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6 / 6</ns1:t>
            </ns1:r>
            <ns1:endParaRPr lang="ko-KR" sz="975" dirty="0">
              <ns1:ea typeface="Pretendard"/>
            </ns1:endParaRPr>
          </ns1:p>
        </ns0:txBody>
      </ns0:sp>
      <ns0:sp>
        <ns0:nvSpPr>
          <ns0:cNvPr id="5" name="Text 3"/>
          <ns0:cNvSpPr txBox="1"/>
          <ns0:nvPr/>
        </ns0:nvSpPr>
        <ns0:spPr>
          <ns1:xfrm>
            <ns1:off x="533400" y="1695450"/>
            <ns1:ext cx="11125200" cy="619125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925" b="1" dirty="0">
                <ns1:solidFill>
                  <ns1:srgbClr val="2459A6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다른 품목으로 1주간 시험 운영</ns1:t>
            </ns1:r>
            <ns1:endParaRPr lang="ko-KR" sz="2925" dirty="0">
              <ns1:ea typeface="Pretendard"/>
            </ns1:endParaRPr>
          </ns1:p>
        </ns0:txBody>
      </ns0:sp>
      <ns0:sp>
        <ns0:nvSpPr>
          <ns0:cNvPr id="6" name="Shape 4"/>
          <ns0:cNvSpPr/>
          <ns0:nvPr/>
        </ns0:nvSpPr>
        <ns0:spPr>
          <ns1:xfrm>
            <ns1:off x="533400" y="2752725"/>
            <ns1:ext cx="3381375" cy="2762250"/>
          </ns1:xfrm>
          <ns1:prstGeom prst="rect">
            <ns1:avLst/>
          </ns1:prstGeom>
          <ns1:solidFill>
            <ns1:srgbClr val="EEF3F9"/>
          </ns1:solidFill>
          <ns1:ln w="9525">
            <ns1:solidFill>
              <ns1:srgbClr val="EEF3F9"/>
            </ns1:solidFill>
            <ns1:prstDash val="solid"/>
          </ns1:ln>
        </ns0:spPr>
      </ns0:sp>
      <ns0:sp>
        <ns0:nvSpPr>
          <ns0:cNvPr id="7" name="Text 5"/>
          <ns0:cNvSpPr txBox="1"/>
          <ns0:nvPr/>
        </ns0:nvSpPr>
        <ns0:spPr>
          <ns1:xfrm>
            <ns1:off x="809625" y="3000375"/>
            <ns1:ext cx="2762250" cy="9525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5700" b="1" dirty="0">
                <ns1:solidFill>
                  <ns1:srgbClr val="2459A6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1주</ns1:t>
            </ns1:r>
            <ns1:endParaRPr lang="ko-KR" sz="5700" dirty="0">
              <ns1:ea typeface="Pretendard"/>
            </ns1:endParaRPr>
          </ns1:p>
        </ns0:txBody>
      </ns0:sp>
      <ns0:sp>
        <ns0:nvSpPr>
          <ns0:cNvPr id="8" name="Text 6"/>
          <ns0:cNvSpPr txBox="1"/>
          <ns0:nvPr/>
        </ns0:nvSpPr>
        <ns0:spPr>
          <ns1:xfrm>
            <ns1:off x="809625" y="4276725"/>
            <ns1:ext cx="2762250" cy="428625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100" dirty="0">
                <ns1:solidFill>
                  <ns1:srgbClr val="192A40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시험 운영 기간</ns1:t>
            </ns1:r>
            <ns1:endParaRPr lang="ko-KR" sz="2100" dirty="0">
              <ns1:ea typeface="Pretendard"/>
            </ns1:endParaRPr>
          </ns1:p>
        </ns0:txBody>
      </ns0:sp>
      <ns0:sp>
        <ns0:nvSpPr>
          <ns0:cNvPr id="9" name="Text 7"/>
          <ns0:cNvSpPr txBox="1"/>
          <ns0:nvPr/>
        </ns0:nvSpPr>
        <ns0:spPr>
          <ns1:xfrm>
            <ns1:off x="4533900" y="2838450"/>
            <ns1:ext cx="6953250" cy="428625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100" b="1" dirty="0">
                <ns1:solidFill>
                  <ns1:srgbClr val="192A40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운영 범위</ns1:t>
            </ns1:r>
            <ns1:endParaRPr lang="ko-KR" sz="2100" dirty="0">
              <ns1:ea typeface="Pretendard"/>
            </ns1:endParaRPr>
          </ns1:p>
        </ns0:txBody>
      </ns0:sp>
      <ns0:sp>
        <ns0:nvSpPr>
          <ns0:cNvPr id="10" name="Text 8"/>
          <ns0:cNvSpPr txBox="1"/>
          <ns0:nvPr/>
        </ns0:nvSpPr>
        <ns0:spPr>
          <ns1:xfrm>
            <ns1:off x="4533900" y="3276600"/>
            <ns1:ext cx="6953250" cy="4572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325" dirty="0">
                <ns1:solidFill>
                  <ns1:srgbClr val="192A40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다른 품목으로 적용</ns1:t>
            </ns1:r>
            <ns1:endParaRPr lang="ko-KR" sz="2325" dirty="0">
              <ns1:ea typeface="Pretendard"/>
            </ns1:endParaRPr>
          </ns1:p>
        </ns0:txBody>
      </ns0:sp>
      <ns0:sp>
        <ns0:nvSpPr>
          <ns0:cNvPr id="11" name="Shape 9"/>
          <ns0:cNvSpPr/>
          <ns0:nvPr/>
        </ns0:nvSpPr>
        <ns0:spPr>
          <ns1:xfrm>
            <ns1:off x="4533900" y="3971925"/>
            <ns1:ext cx="7124700" cy="0"/>
          </ns1:xfrm>
          <ns1:prstGeom prst="line">
            <ns1:avLst/>
          </ns1:prstGeom>
          <ns1:noFill/>
          <ns1:ln w="19050">
            <ns1:solidFill>
              <ns1:srgbClr val="2459A6"/>
            </ns1:solidFill>
            <ns1:prstDash val="solid"/>
          </ns1:ln>
        </ns0:spPr>
      </ns0:sp>
      <ns0:sp>
        <ns0:nvSpPr>
          <ns0:cNvPr id="12" name="Text 10"/>
          <ns0:cNvSpPr txBox="1"/>
          <ns0:nvPr/>
        </ns0:nvSpPr>
        <ns0:spPr>
          <ns1:xfrm>
            <ns1:off x="4533900" y="4238625"/>
            <ns1:ext cx="6953250" cy="4191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1950" b="1" dirty="0">
                <ns1:solidFill>
                  <ns1:srgbClr val="2459A6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확인 제안</ns1:t>
            </ns1:r>
            <ns1:endParaRPr lang="ko-KR" sz="1950" dirty="0">
              <ns1:ea typeface="Pretendard"/>
            </ns1:endParaRPr>
          </ns1:p>
        </ns0:txBody>
      </ns0:sp>
      <ns0:sp>
        <ns0:nvSpPr>
          <ns0:cNvPr id="13" name="Text 11"/>
          <ns0:cNvSpPr txBox="1"/>
          <ns0:nvPr/>
        </ns0:nvSpPr>
        <ns0:spPr>
          <ns1:xfrm>
            <ns1:off x="4533900" y="4705350"/>
            <ns1:ext cx="6953250" cy="4572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175" dirty="0">
                <ns1:solidFill>
                  <ns1:srgbClr val="192A40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건당 평균 시간 · 입력 누락</ns1:t>
            </ns1:r>
            <ns1:endParaRPr lang="ko-KR" sz="2175" dirty="0">
              <ns1:ea typeface="Pretendard"/>
            </ns1:endParaRPr>
          </ns1:p>
        </ns0:txBody>
      </ns0:sp>
      <ns0:sp>
        <ns0:nvSpPr>
          <ns0:cNvPr id="14" name="Text 12"/>
          <ns0:cNvSpPr txBox="1"/>
          <ns0:nvPr/>
        </ns0:nvSpPr>
        <ns0:spPr>
          <ns1:xfrm>
            <ns1:off x="533400" y="5791200"/>
            <ns1:ext cx="11125200" cy="3429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1725" dirty="0">
                <ns1:solidFill>
                  <ns1:srgbClr val="526174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최종 검수 확정: 담당자</ns1:t>
            </ns1:r>
            <ns1:endParaRPr lang="ko-KR" sz="1725" dirty="0">
              <ns1:ea typeface="Pretendard"/>
            </ns1:endParaRPr>
          </ns1:p>
        </ns0:txBody>
      </ns0:sp>
    </ns0:spTree>
  </ns0:cSld>
  <ns0:clrMapOvr>
    <ns1:masterClrMapping/>
  </ns0:clrMapOvr>
</ns0:sld>
</file>

<file path=ppt/theme/clean-notes-notesMaster1.xml.rels-theme.xml><?xml version="1.0" encoding="utf-8"?>
<ns0:theme xmlns:ns0="http://schemas.openxmlformats.org/drawingml/2006/main" xmlns:ns1="http://schemas.microsoft.com/office/thememl/2012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44546A"/>
      </ns0:dk2>
      <ns0:lt2>
        <ns0:srgbClr val="E7E6E6"/>
      </ns0:lt2>
      <ns0:accent1>
        <ns0:srgbClr val="4472C4"/>
      </ns0:accent1>
      <ns0:accent2>
        <ns0:srgbClr val="ED7D31"/>
      </ns0:accent2>
      <ns0:accent3>
        <ns0:srgbClr val="A5A5A5"/>
      </ns0:accent3>
      <ns0:accent4>
        <ns0:srgbClr val="FFC000"/>
      </ns0:accent4>
      <ns0:accent5>
        <ns0:srgbClr val="5B9BD5"/>
      </ns0:accent5>
      <ns0:accent6>
        <ns0:srgbClr val="70AD47"/>
      </ns0:accent6>
      <ns0:hlink>
        <ns0:srgbClr val="0563C1"/>
      </ns0:hlink>
      <ns0:folHlink>
        <ns0:srgbClr val="954F72"/>
      </ns0:folHlink>
    </ns0:clrScheme>
    <ns0:fontScheme name="Office">
      <ns0:majorFont>
        <ns0:latin typeface="Pretendard"/>
        <ns0:ea typeface="Pretendard"/>
        <ns0:cs typeface="Pretendard"/>
        <ns0:font script="Jpan" typeface="Pretendard"/>
        <ns0:font script="Hang" typeface="Pretendard"/>
        <ns0:font script="Hans" typeface="Pretendard"/>
        <ns0:font script="Hant" typeface="Pretendard"/>
        <ns0:font script="Arab" typeface="Times New Roman"/>
        <ns0:font script="Hebr" typeface="Times New Roman"/>
        <ns0:font script="Thai" typeface="Angsana New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  <ns0:font script="Armn" typeface="Arial"/>
        <ns0:font script="Bugi" typeface="Leelawadee UI"/>
        <ns0:font script="Bopo" typeface="Microsoft JhengHei"/>
        <ns0:font script="Java" typeface="Javanese Text"/>
        <ns0:font script="Lisu" typeface="Segoe UI"/>
        <ns0:font script="Mymr" typeface="Myanmar Text"/>
        <ns0:font script="Nkoo" typeface="Ebrima"/>
        <ns0:font script="Olck" typeface="Nirmala UI"/>
        <ns0:font script="Osma" typeface="Ebrima"/>
        <ns0:font script="Phag" typeface="Phagspa"/>
        <ns0:font script="Syrn" typeface="Estrangelo Edessa"/>
        <ns0:font script="Syrj" typeface="Estrangelo Edessa"/>
        <ns0:font script="Syre" typeface="Estrangelo Edessa"/>
        <ns0:font script="Sora" typeface="Nirmala UI"/>
        <ns0:font script="Tale" typeface="Microsoft Tai Le"/>
        <ns0:font script="Talu" typeface="Microsoft New Tai Lue"/>
        <ns0:font script="Tfng" typeface="Ebrima"/>
      </ns0:majorFont>
      <ns0:minorFont>
        <ns0:latin typeface="Pretendard"/>
        <ns0:ea typeface="Pretendard"/>
        <ns0:cs typeface="Pretendard"/>
        <ns0:font script="Jpan" typeface="Pretendard"/>
        <ns0:font script="Hang" typeface="Pretendard"/>
        <ns0:font script="Hans" typeface="Pretendard"/>
        <ns0:font script="Hant" typeface="Pretendard"/>
        <ns0:font script="Arab" typeface="Arial"/>
        <ns0:font script="Hebr" typeface="Arial"/>
        <ns0:font script="Thai" typeface="Cordia New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  <ns0:font script="Armn" typeface="Arial"/>
        <ns0:font script="Bugi" typeface="Leelawadee UI"/>
        <ns0:font script="Bopo" typeface="Microsoft JhengHei"/>
        <ns0:font script="Java" typeface="Javanese Text"/>
        <ns0:font script="Lisu" typeface="Segoe UI"/>
        <ns0:font script="Mymr" typeface="Myanmar Text"/>
        <ns0:font script="Nkoo" typeface="Ebrima"/>
        <ns0:font script="Olck" typeface="Nirmala UI"/>
        <ns0:font script="Osma" typeface="Ebrima"/>
        <ns0:font script="Phag" typeface="Phagspa"/>
        <ns0:font script="Syrn" typeface="Estrangelo Edessa"/>
        <ns0:font script="Syrj" typeface="Estrangelo Edessa"/>
        <ns0:font script="Syre" typeface="Estrangelo Edessa"/>
        <ns0:font script="Sora" typeface="Nirmala UI"/>
        <ns0:font script="Tale" typeface="Microsoft Tai Le"/>
        <ns0:font script="Talu" typeface="Microsoft New Tai Lue"/>
        <ns0:font script="Tfng" typeface="Ebrima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lumMod val="110000"/>
                <ns0:satMod val="105000"/>
                <ns0:tint val="67000"/>
              </ns0:schemeClr>
            </ns0:gs>
            <ns0:gs pos="50000">
              <ns0:schemeClr val="phClr">
                <ns0:lumMod val="105000"/>
                <ns0:satMod val="103000"/>
                <ns0:tint val="73000"/>
              </ns0:schemeClr>
            </ns0:gs>
            <ns0:gs pos="100000">
              <ns0:schemeClr val="phClr">
                <ns0:lumMod val="105000"/>
                <ns0:satMod val="109000"/>
                <ns0:tint val="81000"/>
              </ns0:schemeClr>
            </ns0:gs>
          </ns0:gsLst>
          <ns0:lin ang="5400000" scaled="0"/>
        </ns0:gradFill>
        <ns0:gradFill rotWithShape="1">
          <ns0:gsLst>
            <ns0:gs pos="0">
              <ns0:schemeClr val="phClr">
                <ns0:satMod val="103000"/>
                <ns0:lumMod val="102000"/>
                <ns0:tint val="94000"/>
              </ns0:schemeClr>
            </ns0:gs>
            <ns0:gs pos="50000">
              <ns0:schemeClr val="phClr">
                <ns0:satMod val="110000"/>
                <ns0:lumMod val="100000"/>
                <ns0:shade val="100000"/>
              </ns0:schemeClr>
            </ns0:gs>
            <ns0:gs pos="100000">
              <ns0:schemeClr val="phClr">
                <ns0:lumMod val="99000"/>
                <ns0:satMod val="120000"/>
                <ns0:shade val="78000"/>
              </ns0:schemeClr>
            </ns0:gs>
          </ns0:gsLst>
          <ns0:lin ang="5400000" scaled="0"/>
        </ns0:gradFill>
      </ns0:fillStyleLst>
      <ns0:lnStyleLst>
        <ns0:ln w="6350" cap="flat" cmpd="sng" algn="ctr">
          <ns0:solidFill>
            <ns0:schemeClr val="phClr"/>
          </ns0:solidFill>
          <ns0:prstDash val="solid"/>
          <ns0:miter lim="800000"/>
        </ns0:ln>
        <ns0:ln w="12700" cap="flat" cmpd="sng" algn="ctr">
          <ns0:solidFill>
            <ns0:schemeClr val="phClr"/>
          </ns0:solidFill>
          <ns0:prstDash val="solid"/>
          <ns0:miter lim="800000"/>
        </ns0:ln>
        <ns0:ln w="19050" cap="flat" cmpd="sng" algn="ctr">
          <ns0:solidFill>
            <ns0:schemeClr val="phClr"/>
          </ns0:solidFill>
          <ns0:prstDash val="solid"/>
          <ns0:miter lim="800000"/>
        </ns0:ln>
      </ns0:lnStyleLst>
      <ns0:effectStyleLst>
        <ns0:effectStyle>
          <ns0:effectLst/>
        </ns0:effectStyle>
        <ns0:effectStyle>
          <ns0:effectLst/>
        </ns0:effectStyle>
        <ns0:effectStyle>
          <ns0:effectLst>
            <ns0:outerShdw blurRad="57150" dist="19050" dir="5400000" algn="ctr" rotWithShape="0">
              <ns0:srgbClr val="000000">
                <ns0:alpha val="63000"/>
              </ns0:srgbClr>
            </ns0:outerShdw>
          </ns0:effectLst>
        </ns0:effectStyle>
      </ns0:effectStyleLst>
      <ns0:bgFillStyleLst>
        <ns0:solidFill>
          <ns0:schemeClr val="phClr"/>
        </ns0:solidFill>
        <ns0:solidFill>
          <ns0:schemeClr val="phClr">
            <ns0:tint val="95000"/>
            <ns0:satMod val="170000"/>
          </ns0:schemeClr>
        </ns0:solidFill>
        <ns0:gradFill rotWithShape="1">
          <ns0:gsLst>
            <ns0:gs pos="0">
              <ns0:schemeClr val="phClr">
                <ns0:tint val="93000"/>
                <ns0:satMod val="150000"/>
                <ns0:shade val="98000"/>
                <ns0:lumMod val="102000"/>
              </ns0:schemeClr>
            </ns0:gs>
            <ns0:gs pos="50000">
              <ns0:schemeClr val="phClr">
                <ns0:tint val="98000"/>
                <ns0:satMod val="130000"/>
                <ns0:shade val="90000"/>
                <ns0:lumMod val="103000"/>
              </ns0:schemeClr>
            </ns0:gs>
            <ns0:gs pos="100000">
              <ns0:schemeClr val="phClr">
                <ns0:shade val="63000"/>
                <ns0:satMod val="120000"/>
              </ns0:schemeClr>
            </ns0:gs>
          </ns0:gsLst>
          <ns0:lin ang="5400000" scaled="0"/>
        </ns0:gradFill>
      </ns0:bgFillStyleLst>
    </ns0:fmtScheme>
  </ns0:themeElements>
  <ns0:objectDefaults/>
  <ns0:extraClrSchemeLst/>
  <ns0:extLst>
    <ns0:ext uri="{05A4C25C-085E-4340-85A3-A5531E510DB2}">
      <ns1:themeFamily name="Office Theme" id="{62F939B6-93AF-4DB8-9C6B-D6C7DFDC589F}" vid="{4A3C46E8-61CC-4603-A589-7422A47A8E4A}"/>
    </ns0:ext>
  </ns0:extLst>
</ns0:theme>
</file>

<file path=ppt/theme/theme1.xml><?xml version="1.0" encoding="utf-8"?>
<ns0:theme xmlns:ns0="http://schemas.openxmlformats.org/drawingml/2006/main" xmlns:ns1="http://schemas.microsoft.com/office/thememl/2012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44546A"/>
      </ns0:dk2>
      <ns0:lt2>
        <ns0:srgbClr val="E7E6E6"/>
      </ns0:lt2>
      <ns0:accent1>
        <ns0:srgbClr val="4472C4"/>
      </ns0:accent1>
      <ns0:accent2>
        <ns0:srgbClr val="ED7D31"/>
      </ns0:accent2>
      <ns0:accent3>
        <ns0:srgbClr val="A5A5A5"/>
      </ns0:accent3>
      <ns0:accent4>
        <ns0:srgbClr val="FFC000"/>
      </ns0:accent4>
      <ns0:accent5>
        <ns0:srgbClr val="5B9BD5"/>
      </ns0:accent5>
      <ns0:accent6>
        <ns0:srgbClr val="70AD47"/>
      </ns0:accent6>
      <ns0:hlink>
        <ns0:srgbClr val="0563C1"/>
      </ns0:hlink>
      <ns0:folHlink>
        <ns0:srgbClr val="954F72"/>
      </ns0:folHlink>
    </ns0:clrScheme>
    <ns0:fontScheme name="Office">
      <ns0:majorFont>
        <ns0:latin typeface="Pretendard"/>
        <ns0:ea typeface="Pretendard"/>
        <ns0:cs typeface="Pretendard"/>
        <ns0:font script="Jpan" typeface="Pretendard"/>
        <ns0:font script="Hang" typeface="Pretendard"/>
        <ns0:font script="Hans" typeface="Pretendard"/>
        <ns0:font script="Hant" typeface="Pretendard"/>
        <ns0:font script="Arab" typeface="Times New Roman"/>
        <ns0:font script="Hebr" typeface="Times New Roman"/>
        <ns0:font script="Thai" typeface="Angsana New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  <ns0:font script="Armn" typeface="Arial"/>
        <ns0:font script="Bugi" typeface="Leelawadee UI"/>
        <ns0:font script="Bopo" typeface="Microsoft JhengHei"/>
        <ns0:font script="Java" typeface="Javanese Text"/>
        <ns0:font script="Lisu" typeface="Segoe UI"/>
        <ns0:font script="Mymr" typeface="Myanmar Text"/>
        <ns0:font script="Nkoo" typeface="Ebrima"/>
        <ns0:font script="Olck" typeface="Nirmala UI"/>
        <ns0:font script="Osma" typeface="Ebrima"/>
        <ns0:font script="Phag" typeface="Phagspa"/>
        <ns0:font script="Syrn" typeface="Estrangelo Edessa"/>
        <ns0:font script="Syrj" typeface="Estrangelo Edessa"/>
        <ns0:font script="Syre" typeface="Estrangelo Edessa"/>
        <ns0:font script="Sora" typeface="Nirmala UI"/>
        <ns0:font script="Tale" typeface="Microsoft Tai Le"/>
        <ns0:font script="Talu" typeface="Microsoft New Tai Lue"/>
        <ns0:font script="Tfng" typeface="Ebrima"/>
      </ns0:majorFont>
      <ns0:minorFont>
        <ns0:latin typeface="Pretendard"/>
        <ns0:ea typeface="Pretendard"/>
        <ns0:cs typeface="Pretendard"/>
        <ns0:font script="Jpan" typeface="Pretendard"/>
        <ns0:font script="Hang" typeface="Pretendard"/>
        <ns0:font script="Hans" typeface="Pretendard"/>
        <ns0:font script="Hant" typeface="Pretendard"/>
        <ns0:font script="Arab" typeface="Arial"/>
        <ns0:font script="Hebr" typeface="Arial"/>
        <ns0:font script="Thai" typeface="Cordia New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  <ns0:font script="Armn" typeface="Arial"/>
        <ns0:font script="Bugi" typeface="Leelawadee UI"/>
        <ns0:font script="Bopo" typeface="Microsoft JhengHei"/>
        <ns0:font script="Java" typeface="Javanese Text"/>
        <ns0:font script="Lisu" typeface="Segoe UI"/>
        <ns0:font script="Mymr" typeface="Myanmar Text"/>
        <ns0:font script="Nkoo" typeface="Ebrima"/>
        <ns0:font script="Olck" typeface="Nirmala UI"/>
        <ns0:font script="Osma" typeface="Ebrima"/>
        <ns0:font script="Phag" typeface="Phagspa"/>
        <ns0:font script="Syrn" typeface="Estrangelo Edessa"/>
        <ns0:font script="Syrj" typeface="Estrangelo Edessa"/>
        <ns0:font script="Syre" typeface="Estrangelo Edessa"/>
        <ns0:font script="Sora" typeface="Nirmala UI"/>
        <ns0:font script="Tale" typeface="Microsoft Tai Le"/>
        <ns0:font script="Talu" typeface="Microsoft New Tai Lue"/>
        <ns0:font script="Tfng" typeface="Ebrima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lumMod val="110000"/>
                <ns0:satMod val="105000"/>
                <ns0:tint val="67000"/>
              </ns0:schemeClr>
            </ns0:gs>
            <ns0:gs pos="50000">
              <ns0:schemeClr val="phClr">
                <ns0:lumMod val="105000"/>
                <ns0:satMod val="103000"/>
                <ns0:tint val="73000"/>
              </ns0:schemeClr>
            </ns0:gs>
            <ns0:gs pos="100000">
              <ns0:schemeClr val="phClr">
                <ns0:lumMod val="105000"/>
                <ns0:satMod val="109000"/>
                <ns0:tint val="81000"/>
              </ns0:schemeClr>
            </ns0:gs>
          </ns0:gsLst>
          <ns0:lin ang="5400000" scaled="0"/>
        </ns0:gradFill>
        <ns0:gradFill rotWithShape="1">
          <ns0:gsLst>
            <ns0:gs pos="0">
              <ns0:schemeClr val="phClr">
                <ns0:satMod val="103000"/>
                <ns0:lumMod val="102000"/>
                <ns0:tint val="94000"/>
              </ns0:schemeClr>
            </ns0:gs>
            <ns0:gs pos="50000">
              <ns0:schemeClr val="phClr">
                <ns0:satMod val="110000"/>
                <ns0:lumMod val="100000"/>
                <ns0:shade val="100000"/>
              </ns0:schemeClr>
            </ns0:gs>
            <ns0:gs pos="100000">
              <ns0:schemeClr val="phClr">
                <ns0:lumMod val="99000"/>
                <ns0:satMod val="120000"/>
                <ns0:shade val="78000"/>
              </ns0:schemeClr>
            </ns0:gs>
          </ns0:gsLst>
          <ns0:lin ang="5400000" scaled="0"/>
        </ns0:gradFill>
      </ns0:fillStyleLst>
      <ns0:lnStyleLst>
        <ns0:ln w="6350" cap="flat" cmpd="sng" algn="ctr">
          <ns0:solidFill>
            <ns0:schemeClr val="phClr"/>
          </ns0:solidFill>
          <ns0:prstDash val="solid"/>
          <ns0:miter lim="800000"/>
        </ns0:ln>
        <ns0:ln w="12700" cap="flat" cmpd="sng" algn="ctr">
          <ns0:solidFill>
            <ns0:schemeClr val="phClr"/>
          </ns0:solidFill>
          <ns0:prstDash val="solid"/>
          <ns0:miter lim="800000"/>
        </ns0:ln>
        <ns0:ln w="19050" cap="flat" cmpd="sng" algn="ctr">
          <ns0:solidFill>
            <ns0:schemeClr val="phClr"/>
          </ns0:solidFill>
          <ns0:prstDash val="solid"/>
          <ns0:miter lim="800000"/>
        </ns0:ln>
      </ns0:lnStyleLst>
      <ns0:effectStyleLst>
        <ns0:effectStyle>
          <ns0:effectLst/>
        </ns0:effectStyle>
        <ns0:effectStyle>
          <ns0:effectLst/>
        </ns0:effectStyle>
        <ns0:effectStyle>
          <ns0:effectLst>
            <ns0:outerShdw blurRad="57150" dist="19050" dir="5400000" algn="ctr" rotWithShape="0">
              <ns0:srgbClr val="000000">
                <ns0:alpha val="63000"/>
              </ns0:srgbClr>
            </ns0:outerShdw>
          </ns0:effectLst>
        </ns0:effectStyle>
      </ns0:effectStyleLst>
      <ns0:bgFillStyleLst>
        <ns0:solidFill>
          <ns0:schemeClr val="phClr"/>
        </ns0:solidFill>
        <ns0:solidFill>
          <ns0:schemeClr val="phClr">
            <ns0:tint val="95000"/>
            <ns0:satMod val="170000"/>
          </ns0:schemeClr>
        </ns0:solidFill>
        <ns0:gradFill rotWithShape="1">
          <ns0:gsLst>
            <ns0:gs pos="0">
              <ns0:schemeClr val="phClr">
                <ns0:tint val="93000"/>
                <ns0:satMod val="150000"/>
                <ns0:shade val="98000"/>
                <ns0:lumMod val="102000"/>
              </ns0:schemeClr>
            </ns0:gs>
            <ns0:gs pos="50000">
              <ns0:schemeClr val="phClr">
                <ns0:tint val="98000"/>
                <ns0:satMod val="130000"/>
                <ns0:shade val="90000"/>
                <ns0:lumMod val="103000"/>
              </ns0:schemeClr>
            </ns0:gs>
            <ns0:gs pos="100000">
              <ns0:schemeClr val="phClr">
                <ns0:shade val="63000"/>
                <ns0:satMod val="120000"/>
              </ns0:schemeClr>
            </ns0:gs>
          </ns0:gsLst>
          <ns0:lin ang="5400000" scaled="0"/>
        </ns0:gradFill>
      </ns0:bgFillStyleLst>
    </ns0:fmtScheme>
  </ns0:themeElements>
  <ns0:objectDefaults/>
  <ns0:extraClrSchemeLst/>
  <ns0:extLst>
    <ns0:ext uri="{05A4C25C-085E-4340-85A3-A5531E510DB2}">
      <ns1:themeFamily name="Office Theme" id="{62F939B6-93AF-4DB8-9C6B-D6C7DFDC589F}" vid="{4A3C46E8-61CC-4603-A589-7422A47A8E4A}"/>
    </ns0:ext>
  </ns0:extLst>
</ns0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반품 검수 기록 자동화</dc:title>
  <dc:subject>가상 연습 · 현장 운영 담당자 · 4분</dc:subject>
  <dc:creator>Git 이력 참조</dc:creator>
  <cp:lastModifiedBy>Git 이력 참조</cp:lastModifiedBy>
  <cp:revision>1</cp:revision>
  <dcterms:created xsi:type="dcterms:W3CDTF">2026-10-22T02:16:20Z</dcterms:created>
  <dcterms:modified xsi:type="dcterms:W3CDTF">2026-10-22T02:16:20Z</dcterms:modified>
</cp:coreProperties>
</file>